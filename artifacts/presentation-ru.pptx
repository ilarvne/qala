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5ff587cb954d51" /><Relationship Type="http://schemas.openxmlformats.org/officeDocument/2006/relationships/extended-properties" Target="/docProps/app.xml" Id="Re8c7fb589c824e0b" /><Relationship Type="http://schemas.openxmlformats.org/officeDocument/2006/relationships/officeDocument" Target="/ppt/presentation.xml" Id="Red9304e9b3314b1b" /></Relationships>
</file>

<file path=ppt/presentation.xml><?xml version="1.0" encoding="utf-8"?>
<p:presentation xmlns:p="http://schemas.openxmlformats.org/presentationml/2006/main">
  <p:sldMasterIdLst>
    <p:sldMasterId xmlns:r="http://schemas.openxmlformats.org/officeDocument/2006/relationships" id="2147483648" r:id="R87c6d522a7e84280"/>
  </p:sldMasterIdLst>
  <p:notesMasterIdLst>
    <p:notesMasterId xmlns:r="http://schemas.openxmlformats.org/officeDocument/2006/relationships" r:id="R63f899781f4443ec"/>
  </p:notesMasterIdLst>
  <p:sldIdLst>
    <p:sldId xmlns:r="http://schemas.openxmlformats.org/officeDocument/2006/relationships" id="256" r:id="R3e5662fbeb414839"/>
    <p:sldId xmlns:r="http://schemas.openxmlformats.org/officeDocument/2006/relationships" id="257" r:id="R06863522b92f4999"/>
    <p:sldId xmlns:r="http://schemas.openxmlformats.org/officeDocument/2006/relationships" id="258" r:id="Re210bbbeb4d74889"/>
    <p:sldId xmlns:r="http://schemas.openxmlformats.org/officeDocument/2006/relationships" id="259" r:id="R77051ad17ded4341"/>
    <p:sldId xmlns:r="http://schemas.openxmlformats.org/officeDocument/2006/relationships" id="260" r:id="R11087241f47d4455"/>
    <p:sldId xmlns:r="http://schemas.openxmlformats.org/officeDocument/2006/relationships" id="261" r:id="Rfc09f633f4db4316"/>
    <p:sldId xmlns:r="http://schemas.openxmlformats.org/officeDocument/2006/relationships" id="262" r:id="R137e5e7c93ac4a11"/>
    <p:sldId xmlns:r="http://schemas.openxmlformats.org/officeDocument/2006/relationships" id="263" r:id="Rfa17874f6a764cef"/>
    <p:sldId xmlns:r="http://schemas.openxmlformats.org/officeDocument/2006/relationships" id="264" r:id="Rf287e6ca4f3c4349"/>
    <p:sldId xmlns:r="http://schemas.openxmlformats.org/officeDocument/2006/relationships" id="265" r:id="Raa86f9d692054e31"/>
    <p:sldId xmlns:r="http://schemas.openxmlformats.org/officeDocument/2006/relationships" id="266" r:id="R191a6be2b86f4426"/>
    <p:sldId xmlns:r="http://schemas.openxmlformats.org/officeDocument/2006/relationships" id="267" r:id="Re78ac419cf494e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d4324838644ae6" /><Relationship Type="http://schemas.openxmlformats.org/officeDocument/2006/relationships/slideMaster" Target="/ppt/slideMasters/slideMaster1.xml" Id="R87c6d522a7e84280" /><Relationship Type="http://schemas.openxmlformats.org/officeDocument/2006/relationships/notesMaster" Target="/ppt/notesMasters/notesMaster1.xml" Id="R63f899781f4443ec" /><Relationship Type="http://schemas.openxmlformats.org/officeDocument/2006/relationships/presProps" Target="/ppt/presProps.xml" Id="R45b99426cb174c26" /><Relationship Type="http://schemas.openxmlformats.org/officeDocument/2006/relationships/tableStyles" Target="/ppt/tableStyles.xml" Id="R306fc6167a99404d" /><Relationship Type="http://schemas.openxmlformats.org/officeDocument/2006/relationships/slide" Target="/ppt/slides/slide1.xml" Id="R3e5662fbeb414839" /><Relationship Type="http://schemas.openxmlformats.org/officeDocument/2006/relationships/slide" Target="/ppt/slides/slide2.xml" Id="R06863522b92f4999" /><Relationship Type="http://schemas.openxmlformats.org/officeDocument/2006/relationships/slide" Target="/ppt/slides/slide3.xml" Id="Re210bbbeb4d74889" /><Relationship Type="http://schemas.openxmlformats.org/officeDocument/2006/relationships/slide" Target="/ppt/slides/slide4.xml" Id="R77051ad17ded4341" /><Relationship Type="http://schemas.openxmlformats.org/officeDocument/2006/relationships/slide" Target="/ppt/slides/slide5.xml" Id="R11087241f47d4455" /><Relationship Type="http://schemas.openxmlformats.org/officeDocument/2006/relationships/slide" Target="/ppt/slides/slide6.xml" Id="Rfc09f633f4db4316" /><Relationship Type="http://schemas.openxmlformats.org/officeDocument/2006/relationships/slide" Target="/ppt/slides/slide7.xml" Id="R137e5e7c93ac4a11" /><Relationship Type="http://schemas.openxmlformats.org/officeDocument/2006/relationships/slide" Target="/ppt/slides/slide8.xml" Id="Rfa17874f6a764cef" /><Relationship Type="http://schemas.openxmlformats.org/officeDocument/2006/relationships/slide" Target="/ppt/slides/slide9.xml" Id="Rf287e6ca4f3c4349" /><Relationship Type="http://schemas.openxmlformats.org/officeDocument/2006/relationships/slide" Target="/ppt/slides/slide10.xml" Id="Raa86f9d692054e31" /><Relationship Type="http://schemas.openxmlformats.org/officeDocument/2006/relationships/slide" Target="/ppt/slides/slide11.xml" Id="R191a6be2b86f4426" /><Relationship Type="http://schemas.openxmlformats.org/officeDocument/2006/relationships/slide" Target="/ppt/slides/slide12.xml" Id="Re78ac419cf494e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219ddd4d5042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825b75cafc429d" /><Relationship Type="http://schemas.openxmlformats.org/officeDocument/2006/relationships/notesMaster" Target="/ppt/notesMasters/notesMaster1.xml" Id="Rdbfef510883c4c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703bbd9a994eb2" /><Relationship Type="http://schemas.openxmlformats.org/officeDocument/2006/relationships/notesMaster" Target="/ppt/notesMasters/notesMaster1.xml" Id="R1b95fd95711045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1956e505e74e93" /><Relationship Type="http://schemas.openxmlformats.org/officeDocument/2006/relationships/notesMaster" Target="/ppt/notesMasters/notesMaster1.xml" Id="Ra147e8c250e044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1d7d3c885b42f7" /><Relationship Type="http://schemas.openxmlformats.org/officeDocument/2006/relationships/notesMaster" Target="/ppt/notesMasters/notesMaster1.xml" Id="R8dd44a4b3a5448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61dc66058e42e7" /><Relationship Type="http://schemas.openxmlformats.org/officeDocument/2006/relationships/notesMaster" Target="/ppt/notesMasters/notesMaster1.xml" Id="R325111defabf45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c71d82b3b146e3" /><Relationship Type="http://schemas.openxmlformats.org/officeDocument/2006/relationships/notesMaster" Target="/ppt/notesMasters/notesMaster1.xml" Id="Ra55a5ad9cc5340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ef3c241c9941f9" /><Relationship Type="http://schemas.openxmlformats.org/officeDocument/2006/relationships/notesMaster" Target="/ppt/notesMasters/notesMaster1.xml" Id="R651792861c2848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ec312aeec445af" /><Relationship Type="http://schemas.openxmlformats.org/officeDocument/2006/relationships/notesMaster" Target="/ppt/notesMasters/notesMaster1.xml" Id="Rd3fb7da0a79f47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81c7bd2e614931" /><Relationship Type="http://schemas.openxmlformats.org/officeDocument/2006/relationships/notesMaster" Target="/ppt/notesMasters/notesMaster1.xml" Id="R4509b20b28c441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c3ee3475e44ad1" /><Relationship Type="http://schemas.openxmlformats.org/officeDocument/2006/relationships/notesMaster" Target="/ppt/notesMasters/notesMaster1.xml" Id="Rcb9ab32593b64e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1d6f6b903bc4947" /><Relationship Type="http://schemas.openxmlformats.org/officeDocument/2006/relationships/notesMaster" Target="/ppt/notesMasters/notesMaster1.xml" Id="Rdf4a5f55f20443e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0cc662e917e4cca" /><Relationship Type="http://schemas.openxmlformats.org/officeDocument/2006/relationships/notesMaster" Target="/ppt/notesMasters/notesMaster1.xml" Id="Rba84bdf5bf0b47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Qala — 0:00–0:15</a:t>
            </a:r>
          </a:p>
          <a:p xmlns:a="http://schemas.openxmlformats.org/drawingml/2006/main">
            <a:r>
              <a:t/>
            </a:r>
          </a:p>
          <a:p xmlns:a="http://schemas.openxmlformats.org/drawingml/2006/main">
            <a:r>
              <a:t>Qala — ИИ-помощник по прогулкам в Астане. Он получает выбранную точку, свободное время и интересы, затем предлагает до трёх реальных мест. Покажем, как приложение отвечает на сценарии задания и где заканчивается достоверность его данных.</a:t>
            </a:r>
          </a:p>
          <a:p xmlns:a="http://schemas.openxmlformats.org/drawingml/2006/main">
            <a:r>
              <a:t/>
            </a:r>
          </a:p>
          <a:p xmlns:a="http://schemas.openxmlformats.org/drawingml/2006/main">
            <a:r>
              <a:t>Источники: задание Build with AI; `docs/product.md`. Обложка — сгенерированная концептуальная иллюстрация бумажного атласа, не точная карта и не фотография маршрута.</a:t>
            </a:r>
          </a:p>
          <a:p xmlns:a="http://schemas.openxmlformats.org/drawingml/2006/main">
            <a:br/>
            <a:r>
              <a:t>Сгенерированная обложка: artifacts/presentation-assets/qala-cover-generated.png; описание docs/asset-prompts-presentation-ru.json. Не использовать как свидетельство картографической точности.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Пользователь и бизнес-гипотеза — 0:15–0:45</a:t>
            </a:r>
          </a:p>
          <a:p xmlns:a="http://schemas.openxmlformats.org/drawingml/2006/main">
            <a:r>
              <a:t/>
            </a:r>
          </a:p>
          <a:p xmlns:a="http://schemas.openxmlformats.org/drawingml/2006/main">
            <a:r>
              <a:t>Основные пользователи — жители, гости города и семьи, у которых есть свободный час и конкретное ограничение. Обычный список мест оставляет человеку расчёт расстояний, времени и порядка остановок. В Qala результатом становится небольшой план с объяснением выбора. Для распространения мы предлагаем проверить партнёрство с отелем или городским сервисом. Возможная платная часть — инструменты обновления проверенных сведений и тематических подборок. Это гипотеза пилота: подтверждённых партнёров, выручки и проверенной цены у проекта пока нет.</a:t>
            </a:r>
          </a:p>
          <a:p xmlns:a="http://schemas.openxmlformats.org/drawingml/2006/main">
            <a:r>
              <a:t/>
            </a:r>
          </a:p>
          <a:p xmlns:a="http://schemas.openxmlformats.org/drawingml/2006/main">
            <a:r>
              <a:t>Источники: `docs/product.md`; аудитория и коммерческая модель — проектные гипотезы, не результаты исследования спроса.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Прогулка и кофе — 0:45–1:20</a:t>
            </a:r>
          </a:p>
          <a:p xmlns:a="http://schemas.openxmlformats.org/drawingml/2006/main">
            <a:r>
              <a:t/>
            </a:r>
          </a:p>
          <a:p xmlns:a="http://schemas.openxmlformats.org/drawingml/2006/main">
            <a:r>
              <a:t>На экране прогулка на час от Байтерека с остановкой на кофе. Приложение ищет реальные точки рядом и учитывает дорогу, посещение и запас времени. Сценарий задания возле Мега Силк Вэй на тридцать–шестьдесят минут проверяется тем же планировщиком. У каждой остановки есть короткое «почему» и конкретное занятие. Если 2GIS однозначно подтвердил место, карточка показывает рейтинг с названием источника. На карте доступен весь опубликованный каталог: кластеры раскрываются до отдельных мест, а поиск открывает карточку выбранного объекта. Отдельно проверим тихое кафе с розеткой. Тишину и розетку приложение не обещает без источника.</a:t>
            </a:r>
          </a:p>
          <a:p xmlns:a="http://schemas.openxmlformats.org/drawingml/2006/main">
            <a:r>
              <a:t/>
            </a:r>
          </a:p>
          <a:p xmlns:a="http://schemas.openxmlformats.org/drawingml/2006/main">
            <a:r>
              <a:t>Источники: `backend/tests/test_conversation.py` — три языка и смешанный запрос; `scripts/evaluate.py`, `artifacts/verification.json`; `docs/test-scenarios.md`; `src/components/MapLibreCityMap.tsx`, `src/components/PlaceCatalogBrowser.tsx`, `artifacts/map-catalog-verification.json`; `artifacts/twogis-source-verification.json`, `docs/research/twogis-live-ratings-and-media-2026-10-20.md`. В статистике 2GIS число оценок и число отзывов сохраняются отдельно. Профиль запрашивается после действия пользователя, без добавления в открытый корпус или память. По умолчанию карта показывает весь действующий каталог с координатами источников. Закрытая историческая запись сохраняется в данных и не появляется среди действующих мест. Просмотр каталога не меняет начало или геометрию текущего маршрута. Подтверждённый маршрут не означает гарантированную тишину, свободные столики или наличие розеток.</a:t>
            </a:r>
          </a:p>
          <a:p xmlns:a="http://schemas.openxmlformats.org/drawingml/2006/main">
            <a:br/>
            <a:r>
              <a:t>Фактический экран приложения: artifacts/screenshots/presentation-ru/plan.png. Смоделированный публичный запрос и выбранная локация; личные данные не использовались.</a:t>
            </a:r>
          </a:p>
          <a:p xmlns:a="http://schemas.openxmlformats.org/drawingml/2006/main">
            <a:br/>
            <a:r>
              <a:t>Карта действующего каталога: artifacts/map-catalog-verification.json. В обычном просмотре 6504 уникальных мест из 6505 записей корпуса; закрытая история не показана. Нативные кластеры MapLibre, общий поиск и выбор карточки проверены на реальном production 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Семья, вылет и ночь — 1:20–2:05</a:t>
            </a:r>
          </a:p>
          <a:p xmlns:a="http://schemas.openxmlformats.org/drawingml/2006/main">
            <a:r>
              <a:t/>
            </a:r>
          </a:p>
          <a:p xmlns:a="http://schemas.openxmlformats.org/drawingml/2006/main">
            <a:r>
              <a:t>Три следующих сценария проверяют ограничения. Для семьи система подбирает детские площадки, парки или музеи, учитывает размер группы и не предлагает бары и ночные клубы. Перед вылетом она сначала спрашивает время на дорогу до аэропорта. Затем вычитает эту оценку и оставляет как минимум девяносто минут на аэропорт. Если времени на остановку не остаётся, предлагает не маршрут, а уточнение. Для ночного запроса неизвестное расписание не считается разрешением идти. Нужны подходящие опубликованные часы. Для событий подключена официальная афиша одного оператора. Отмены, билеты и безопасность пути требуют отдельной проверки.</a:t>
            </a:r>
          </a:p>
          <a:p xmlns:a="http://schemas.openxmlformats.org/drawingml/2006/main">
            <a:r>
              <a:t/>
            </a:r>
          </a:p>
          <a:p xmlns:a="http://schemas.openxmlformats.org/drawingml/2006/main">
            <a:r>
              <a:t>Источники: `docs/test-scenarios.md`, `backend/agent.py`, `backend/tests/test_agent.py`, `artifacts/verification.json`, `docs/research/agent-context-2026-10-20.md`, https://a-vm.kz/events/. Девяносто минут — нижняя граница планировщика, не правило конкретной авиакомпании. Афиша Astana Venue Management содержит опубликованные название, дату и ссылку. Без подтверждённых времени, площадки и длительности событие не становится выдуманной остановкой маршрута. Интерактивная выставка не обещается без источника.</a:t>
            </a:r>
          </a:p>
          <a:p xmlns:a="http://schemas.openxmlformats.org/drawingml/2006/main">
            <a:br/>
            <a:r>
              <a:t>Фактический экран приложения: artifacts/screenshots/presentation-ru/preflight.png. Смоделированный публичный запрос и выбранная локация; личные данные не использовались.</a:t>
            </a:r>
          </a:p>
          <a:p xmlns:a="http://schemas.openxmlformats.org/drawingml/2006/main">
            <a:br/>
            <a:r>
              <a:t>Иконки: официальный @phosphor-icons/react 2.1.10, MIT, https://github.com/phosphor-icons/react.</a:t>
            </a:r>
          </a:p>
          <a:p xmlns:a="http://schemas.openxmlformats.org/drawingml/2006/main">
            <a:br/>
            <a:r>
              <a:t>Иконки: официальный @phosphor-icons/react 2.1.10, MIT, https://github.com/phosphor-icons/react.</a:t>
            </a:r>
          </a:p>
          <a:p xmlns:a="http://schemas.openxmlformats.org/drawingml/2006/main">
            <a:br/>
            <a:r>
              <a:t>Иконки: официальный @phosphor-icons/react 2.1.10, MIT, https://github.com/phosphor-icons/react.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Уточнения прямо в диалоге — 2:05–2:35</a:t>
            </a:r>
          </a:p>
          <a:p xmlns:a="http://schemas.openxmlformats.org/drawingml/2006/main">
            <a:r>
              <a:t/>
            </a:r>
          </a:p>
          <a:p xmlns:a="http://schemas.openxmlformats.org/drawingml/2006/main">
            <a:r>
              <a:t>План можно уточнять последовательно: кофе рядом, затем только внутри и сорок минут, затем другой вариант. Система сохраняет нужную часть контекста и исключает предыдущие места при поиске альтернатив. Диалог использует Assistant UI: можно изменить сообщение и перейти между ответами. OpenUI показывает сравнение остановок и действия внутри беседы. Кнопка карты работает с местом из выбранного ответа. Интерфейс поддерживает клавиатуру и уменьшение анимации, а на телефоне сохраняет удобные размеры основных кнопок.</a:t>
            </a:r>
          </a:p>
          <a:p xmlns:a="http://schemas.openxmlformats.org/drawingml/2006/main">
            <a:r>
              <a:t/>
            </a:r>
          </a:p>
          <a:p xmlns:a="http://schemas.openxmlformats.org/drawingml/2006/main">
            <a:r>
              <a:t>Источники: `src/components/assistant`, `src/components/OpenUIResponse.tsx`, `backend/openui.py`; отчёты браузерной проверки. Сравнение относится к остановкам одного плана, не к независимо рассчитанным альтернативным маршрутам.</a:t>
            </a:r>
          </a:p>
          <a:p xmlns:a="http://schemas.openxmlformats.org/drawingml/2006/main">
            <a:br/>
            <a:r>
              <a:t>Фактический экран приложения: artifacts/screenshots/presentation-ru/comparison.png. Смоделированный публичный запрос и выбранная локация; личные данные не использовались.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Собранные данные — 2:35–3:10</a:t>
            </a:r>
          </a:p>
          <a:p xmlns:a="http://schemas.openxmlformats.org/drawingml/2006/main">
            <a:r>
              <a:t/>
            </a:r>
          </a:p>
          <a:p xmlns:a="http://schemas.openxmlformats.org/drawingml/2006/main">
            <a:r>
              <a:t>Каталог объединяет точки Астаны из нескольких источников. Основу составляют данные OpenStreetMap. Новые заведения добавлены из Overture, а достопримечательности и исторические здания из Wikidata. Сбор, сопоставление и повторная сборка автоматизированы. Сохраняются координаты, контакты и происхождение записи. Есть JSON, CSV и GeoJSON. Фотографии связаны с конкретным местом и сопровождаются авторством и лицензией. Неизвестные значения остаются пустыми.</a:t>
            </a:r>
          </a:p>
          <a:p xmlns:a="http://schemas.openxmlformats.org/drawingml/2006/main">
            <a:r>
              <a:t/>
            </a:r>
          </a:p>
          <a:p xmlns:a="http://schemas.openxmlformats.org/drawingml/2006/main">
            <a:r>
              <a:t>Источники: `data/pois.json`, `data/dataset-manifest.json`, `data/photo-attributions.json`, `data/review-attributions.json`, `artifacts/media-inventory-final.json`, `docs/research/poi-expansion-2026-10-20.md`, `docs/research/media-reviews-2026-10-20.md`. Манифест фиксирует число POI и хеш опубликованного корпуса. OSM — ODbL; Overture — лицензии исходных записей CDLA-Permissive/Apache/CC0; Wikidata — CC0. Атрибуции каждой фотографии и доступного открытого отзыва сохраняются отдельно. Полного покрытия всех объектов, фотографий или отзывов не заявляется.</a:t>
            </a:r>
          </a:p>
          <a:p xmlns:a="http://schemas.openxmlformats.org/drawingml/2006/main">
            <a:br/>
            <a:r>
              <a:t>Фото: https://commons.wikimedia.org/wiki/File:National_Museum_of_the_Republic_of_Kazakhstan_01.jpg ; Davide Mauro ; CC BY-SA 4.0 https://creativecommons.org/licenses/by-sa/4.0 . Фото обрезано для композиции. Источник данных © OpenStreetMap contributors https://www.openstreetmap.org/copyright , ODbL.</a:t>
            </a:r>
          </a:p>
          <a:p xmlns:a="http://schemas.openxmlformats.org/drawingml/2006/main">
            <a:br/>
            <a:r>
              <a:t>Источник каталога: data/dataset-manifest.json, 6505 POI. SHA-256 опубликованного data/pois.json: 60c287bccbb1b80f3bfe7acffc44c2f3e2b8b2e5b1952a8143d84d976fdc5967.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Как работает RAG — 3:10–3:45</a:t>
            </a:r>
          </a:p>
          <a:p xmlns:a="http://schemas.openxmlformats.org/drawingml/2006/main">
            <a:r>
              <a:t/>
            </a:r>
          </a:p>
          <a:p xmlns:a="http://schemas.openxmlformats.org/drawingml/2006/main">
            <a:r>
              <a:t>На первом этапе запрос превращается в ограниченный набор интересов и условий. Затем система выбирает подходящие записи по месту, категории и данным доступности. Поиск объединяет текстовое совпадение и локальную нейросетевую модель; AlemPlus может уточнить порядок кандидатов. Планировщик отдельно проверяет часы, переходы и общий бюджет. Языковая модель выбирает способ объяснения только для найденных мест. Идентификаторы, ссылки и допустимые действия проверяются на сервере. При ошибке провайдера остаётся локальный ответ по источникам. Неподтверждённое место не появляется из текста модели.</a:t>
            </a:r>
          </a:p>
          <a:p xmlns:a="http://schemas.openxmlformats.org/drawingml/2006/main">
            <a:r>
              <a:t/>
            </a:r>
          </a:p>
          <a:p xmlns:a="http://schemas.openxmlformats.org/drawingml/2006/main">
            <a:r>
              <a:t>Источники: `backend/agent.py`, `backend/retrieval.py`, `backend/alemplus.py`; `artifacts/local-neural-retrieval-verification.json`, `artifacts/alemplus-live-verification.json`. Реальные LangGraph/LangChain. Локальная MiniLM — 384 измерения; отдельная проверка AlemPlus text-1024 не является активным городским индексом. AlemLLM использует JSON mode с обязательной локальной схемой и проверкой фактов, так как strict json_schema был отклонён провайдером.</a:t>
            </a:r>
          </a:p>
          <a:p xmlns:a="http://schemas.openxmlformats.org/drawingml/2006/main">
            <a:br/>
            <a:r>
              <a:t>Иконки: официальный @phosphor-icons/react 2.1.10, MIT, https://github.com/phosphor-icons/react.</a:t>
            </a:r>
          </a:p>
          <a:p xmlns:a="http://schemas.openxmlformats.org/drawingml/2006/main">
            <a:br/>
            <a:r>
              <a:t>Иконки: официальный @phosphor-icons/react 2.1.10, MIT, https://github.com/phosphor-icons/react.</a:t>
            </a:r>
          </a:p>
          <a:p xmlns:a="http://schemas.openxmlformats.org/drawingml/2006/main">
            <a:br/>
            <a:r>
              <a:t>Иконки: официальный @phosphor-icons/react 2.1.10, MIT, https://github.com/phosphor-icons/react.</a:t>
            </a:r>
          </a:p>
          <a:p xmlns:a="http://schemas.openxmlformats.org/drawingml/2006/main">
            <a:br/>
            <a:r>
              <a:t>Иконки: официальный @phosphor-icons/react 2.1.10, MIT, https://github.com/phosphor-icons/react.</a:t>
            </a:r>
          </a:p>
          <a:p xmlns:a="http://schemas.openxmlformats.org/drawingml/2006/main">
            <a:br/>
            <a:r>
              <a:t>Иконки: официальный @phosphor-icons/react 2.1.10, MIT, https://github.com/phosphor-icons/react.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Голос и языки — 3:45–4:15</a:t>
            </a:r>
          </a:p>
          <a:p xmlns:a="http://schemas.openxmlformats.org/drawingml/2006/main">
            <a:r>
              <a:t/>
            </a:r>
          </a:p>
          <a:p xmlns:a="http://schemas.openxmlformats.org/drawingml/2006/main">
            <a:r>
              <a:t>В разговоре можно выбрать один из шестнадцати языков, включая русский, казахский, кыргызский, турецкий и китайский. ElevenLabs обращается к тому же планировщику через защищённый серверный инструмент. Язык разговора выбирается отдельно от языка плана: русского, казахского или английского. Отдельно работает диктовка AlemPlus с выделенной моделью для казахской речи. Реальные запросы проверили генерацию речи, голосовой обмен и распознавание тестовых фраз. Качество произношения на всех шестнадцати языках ещё требует проверки носителями.</a:t>
            </a:r>
          </a:p>
          <a:p xmlns:a="http://schemas.openxmlformats.org/drawingml/2006/main">
            <a:r>
              <a:t/>
            </a:r>
          </a:p>
          <a:p xmlns:a="http://schemas.openxmlformats.org/drawingml/2006/main">
            <a:r>
              <a:t>Источники: `data/voice-languages.json`, `src/components/Voice.tsx`, `artifacts/voice-language-configuration-verification.json`; `artifacts/live-voice-verification.json`, `artifacts/live-api-integration-verification.json`, `artifacts/alemplus-live-verification.json`; официальные https://doc.alem.ai/services/speech.html и https://doc.alem.ai/services/speechkaz.html. Шестнадцать настроенных языков разговора не означают шестнадцать проверенных живых звонков. Планировщик поддерживает EN/RU/KK. Казахская локализация оболочки частичная: часть элементов отображается по-английски. Голосовой обмен проверен по WebSocket с синтетическим текстовым входом и реальным ответным аудио; физический микрофон человека или телефонный звонок этим не подтверждается. Аудио диктовки отправляется провайдеру после явного действия пользователя.</a:t>
            </a:r>
          </a:p>
          <a:p xmlns:a="http://schemas.openxmlformats.org/drawingml/2006/main">
            <a:br/>
            <a:r>
              <a:t>Фактический экран приложения: artifacts/screenshots/presentation-ru/voice-conversation.png. Смоделированный публичный запрос и выбранная локация; личные данные не использовались.</a:t>
            </a:r>
          </a:p>
          <a:p xmlns:a="http://schemas.openxmlformats.org/drawingml/2006/main">
            <a:br/>
            <a:r>
              <a:t>Иконки: официальный @phosphor-icons/react 2.1.10, MIT, https://github.com/phosphor-icons/react.</a:t>
            </a:r>
          </a:p>
          <a:p xmlns:a="http://schemas.openxmlformats.org/drawingml/2006/main">
            <a:br/>
            <a:r>
              <a:t>Реальный WebSocket-сеанс проверял синтетический текстовый вход и поток настоящего аудио, включая серверный вызов планировщика. Успешный телефонный звонок или микрофонный ввод этим не подтверждаются.</a:t>
            </a:r>
          </a:p>
          <a:p xmlns:a="http://schemas.openxmlformats.org/drawingml/2006/main">
            <a:br/>
            <a:r>
              <a:t>Языки разговора: English (en), Русский (ru), Қазақша (kk), Deutsch (de), Français (fr), Español (es), 中文 (zh), العربية (ar), Türkçe (tr), हिन्दी (hi), 日本語 (ja), 한국어 (ko), Українська (uk), Italiano (it), Кыргызча (ky), Azərbaycanca (az). Источники: data/voice-languages.json и artifacts/voice-language-configuration-verification.json. Конфигурация применена и повторно прочитана у провайдера, подписанная сессия выдана без начала разговора. Планировщик поддерживает EN/RU/KK. Казахская локализация оболочки частичная, часть элементов отображается по-английски. Выбор языка разговора не означает шестнадцать проверенных живых звонков или независимую оценку произношения.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Маршрут и доступность — 4:15–4:45</a:t>
            </a:r>
          </a:p>
          <a:p xmlns:a="http://schemas.openxmlformats.org/drawingml/2006/main">
            <a:r>
              <a:t/>
            </a:r>
          </a:p>
          <a:p xmlns:a="http://schemas.openxmlformats.org/drawingml/2006/main">
            <a:r>
              <a:t>Карта остаётся внутри приложения. Для пешеходного маршрута доступны последовательность остановок, инструкции и экспорт GPX. Плоский режим убирает объёмные слои; трёхмерный показывает схематичные здания по данным карты. Он не является точной моделью архитектуры. Фильтр доступности оставляет места, где источник явно указал доступ для коляски. Но доступный вход и пешеходный маршрут ещё не подтверждают отсутствие ступеней на всём пути. Это ограничение сохраняется в ответе.</a:t>
            </a:r>
          </a:p>
          <a:p xmlns:a="http://schemas.openxmlformats.org/drawingml/2006/main">
            <a:r>
              <a:t/>
            </a:r>
          </a:p>
          <a:p xmlns:a="http://schemas.openxmlformats.org/drawingml/2006/main">
            <a:r>
              <a:t>Источники: `backend/navigation.py`, `backend/tests/test_navigation.py`, `docs/research/`; актуальные отчёты маршрутизации. MapLibre/OpenFreeMap footprint extrusions — схематика, не фотограмметрия. При отказе уличного маршрутизатора ответ явно остаётся оценочным, инструкции не фабрикуются.</a:t>
            </a:r>
          </a:p>
          <a:p xmlns:a="http://schemas.openxmlformats.org/drawingml/2006/main">
            <a:br/>
            <a:r>
              <a:t>Фактический экран приложения: artifacts/screenshots/presentation-ru/navigation.png. Смоделированный публичный запрос и выбранная локация; личные данные не использовались. Для читаемости показан фрагмент экрана, без изменения содержимого.</a:t>
            </a:r>
          </a:p>
          <a:p xmlns:a="http://schemas.openxmlformats.org/drawingml/2006/main">
            <a:br/>
            <a:r>
              <a:t>Иконки: официальный @phosphor-icons/react 2.1.10, MIT, https://github.com/phosphor-icons/react.</a:t>
            </a:r>
          </a:p>
          <a:p xmlns:a="http://schemas.openxmlformats.org/drawingml/2006/main">
            <a:br/>
            <a:r>
              <a:t>Иконки: официальный @phosphor-icons/react 2.1.10, MIT, https://github.com/phosphor-icons/react.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Память и приватность — 4:45–5:15</a:t>
            </a:r>
          </a:p>
          <a:p xmlns:a="http://schemas.openxmlformats.org/drawingml/2006/main">
            <a:r>
              <a:t/>
            </a:r>
          </a:p>
          <a:p xmlns:a="http://schemas.openxmlformats.org/drawingml/2006/main">
            <a:r>
              <a:t>Память включается по желанию пользователя. Интересы и фильтры можно посмотреть, изменить и удалить. Срок хранения — тридцать дней. Система не сохраняет переписку и точные координаты в эту память; при согласии сохраняет только округлённую геопозицию и ограниченный профиль. Удаление меняет поколение согласия, поэтому старый запрос не может незаметно восстановить настройки. Диктовка отправляет аудио провайдеру по запросу. Ключи сервисов остаются на сервере, а ошибки не раскрывают их пользователю.</a:t>
            </a:r>
          </a:p>
          <a:p xmlns:a="http://schemas.openxmlformats.org/drawingml/2006/main">
            <a:r>
              <a:t/>
            </a:r>
          </a:p>
          <a:p xmlns:a="http://schemas.openxmlformats.org/drawingml/2006/main">
            <a:r>
              <a:t>Источники: `docs/privacy-and-safety.md`, `backend/memory.py`, тесты поколений согласия в `backend/tests/test_conversation.py`. Округление 0.01° — около километра; это псевдонимные, не анонимные данные. Сроки хранения у внешних провайдеров регулируются их правилами. Приложение не сохраняет аудио/транскрипт диктовки.</a:t>
            </a:r>
          </a:p>
          <a:p xmlns:a="http://schemas.openxmlformats.org/drawingml/2006/main">
            <a:br/>
            <a:r>
              <a:t>Фактический экран приложения: artifacts/screenshots/presentation-ru/memory.png. Смоделированный публичный запрос и выбранная локация; личные данные не использовались.</a:t>
            </a:r>
          </a:p>
          <a:p xmlns:a="http://schemas.openxmlformats.org/drawingml/2006/main">
            <a:br/>
            <a:r>
              <a:t>Иконки: официальный @phosphor-icons/react 2.1.10, MIT, https://github.com/phosphor-icons/react.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Проверки и ограничения — 5:15–5:40</a:t>
            </a:r>
          </a:p>
          <a:p xmlns:a="http://schemas.openxmlformats.org/drawingml/2006/main">
            <a:r>
              <a:t/>
            </a:r>
          </a:p>
          <a:p xmlns:a="http://schemas.openxmlformats.org/drawingml/2006/main">
            <a:r>
              <a:t>Готовность проверяется воспроизводимыми сценариями и тестами. Отдельно проверены ограничения времени, источники, память, голосовые границы и ответы на трёх языках. Девять поисковых запросов проверены по источникам. Главные ограничения сейчас связаны с неполными часами и удобствами, открытыми фотографиями и отзывами. Календарь охватывает одного оператора. Телефонный звонок ещё не проверен. Код, данные и команды проверки включены в материалы проекта.</a:t>
            </a:r>
          </a:p>
          <a:p xmlns:a="http://schemas.openxmlformats.org/drawingml/2006/main">
            <a:r>
              <a:t/>
            </a:r>
          </a:p>
          <a:p xmlns:a="http://schemas.openxmlformats.org/drawingml/2006/main">
            <a:r>
              <a:t>Источники: `artifacts/backend-upgrade-verification.json` — последний полный серверный прогон с числом тестов, временем, исходниками и хешем корпуса; `artifacts/verification.json` — отдельная сценарная проверка; `artifacts/conversation-rag-evaluation.json` — ограниченная проверка диалога и поиска. Каждый отчёт сохраняет свою дату и область доказательства. `docs/research/agent-context-2026-10-20.md` описывает погодный контекст Open-Meteo и официальную афишу Astana Venue Management. Календарь ограничен одним оператором, отмены и билеты не проверяются. Число проверок не является процентом пользовательской полезности.</a:t>
            </a:r>
          </a:p>
          <a:p xmlns:a="http://schemas.openxmlformats.org/drawingml/2006/main">
            <a:br/>
            <a:r>
              <a:t>Источники чисел: artifacts/backend-upgrade-verification.json (624 успешных тестов, 103.43 с); artifacts/verification.json (156/156); artifacts/conversation-rag-evaluation.json (36/36). Каждый отчёт сохраняет свою дату и область проверки. Дополнительные сценарные оценки не становятся новым live-тестом при экспорте презентации.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План пилота — 5:40–6:00</a:t>
            </a:r>
          </a:p>
          <a:p xmlns:a="http://schemas.openxmlformats.org/drawingml/2006/main">
            <a:r>
              <a:t/>
            </a:r>
          </a:p>
          <a:p xmlns:a="http://schemas.openxmlformats.org/drawingml/2006/main">
            <a:r>
              <a:t>Следующий шаг — небольшой пилот с отелем или городским сервисом. Проверяем, действительно ли человек выбирает остановку, начинает маршрут и считает ответ полезным. Параллельно измеряем нарушения ограничений, устаревшие записи и стоимость завершённого плана. После этого расширяем подтверждённые сведения о местах и решаем, какие партнёрские инструменты имеют спрос.</a:t>
            </a:r>
          </a:p>
          <a:p xmlns:a="http://schemas.openxmlformats.org/drawingml/2006/main">
            <a:r>
              <a:t/>
            </a:r>
          </a:p>
          <a:p xmlns:a="http://schemas.openxmlformats.org/drawingml/2006/main">
            <a:r>
              <a:t>Источники: `docs/product.md`. Это предложенный план, не договорённость с партнёром и не результат уже проведённого исследования.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31e3bbe70f496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f83c70d54248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0a3951aae949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57f0d9242be49f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c343fa48a0c43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a3edba693b49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5C8BB3-9191-41A1-A5C3-B7B96B6963D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4AAC74A-180A-467C-B383-728E1BB1B60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55CE866-22AB-4A6A-8DEA-B304B2926BE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856D66-2AE6-4CF3-986B-AECD069FF9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47B7967-E5A4-42FB-B1CC-B50A697C01B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E8754F-B258-4FA2-A36A-3BEB1F8E16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1A4816-AEA7-49E3-A683-AF65B63C46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9FFD5AA-B0BE-466A-8669-41B4DF6BC36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D30843-6182-4682-BE22-A5E8466F03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6E0EAF-7FCE-405E-BC34-472C502B31A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455628cd844c43" /><Relationship Type="http://schemas.openxmlformats.org/officeDocument/2006/relationships/slideLayout" Target="/ppt/slideLayouts/slideLayout1.xml" Id="Rc688702c6dc2412e" /><Relationship Type="http://schemas.openxmlformats.org/officeDocument/2006/relationships/slideLayout" Target="/ppt/slideLayouts/slideLayout2.xml" Id="Rf9fb1dee32e0482c" /><Relationship Type="http://schemas.openxmlformats.org/officeDocument/2006/relationships/slideLayout" Target="/ppt/slideLayouts/slideLayout3.xml" Id="Rff3906ec24da446d" /><Relationship Type="http://schemas.openxmlformats.org/officeDocument/2006/relationships/slideLayout" Target="/ppt/slideLayouts/slideLayout4.xml" Id="R176ea0da5e24477d" /><Relationship Type="http://schemas.openxmlformats.org/officeDocument/2006/relationships/slideLayout" Target="/ppt/slideLayouts/slideLayout5.xml" Id="Rd1e302c30d974318" /><Relationship Type="http://schemas.openxmlformats.org/officeDocument/2006/relationships/slideLayout" Target="/ppt/slideLayouts/slideLayout6.xml" Id="R2fe09702d6f74b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88702c6dc2412e"/>
    <p:sldLayoutId xmlns:r="http://schemas.openxmlformats.org/officeDocument/2006/relationships" id="2147483650" r:id="Rf9fb1dee32e0482c"/>
    <p:sldLayoutId xmlns:r="http://schemas.openxmlformats.org/officeDocument/2006/relationships" id="2147483651" r:id="Rff3906ec24da446d"/>
    <p:sldLayoutId xmlns:r="http://schemas.openxmlformats.org/officeDocument/2006/relationships" id="2147483652" r:id="R176ea0da5e24477d"/>
    <p:sldLayoutId xmlns:r="http://schemas.openxmlformats.org/officeDocument/2006/relationships" id="2147483653" r:id="Rd1e302c30d974318"/>
    <p:sldLayoutId xmlns:r="http://schemas.openxmlformats.org/officeDocument/2006/relationships" id="2147483654" r:id="R2fe09702d6f74b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93a0933bd5148b1" /><Relationship Type="http://schemas.openxmlformats.org/officeDocument/2006/relationships/image" Target="/ppt/media/image.png" Id="Rdd141bfc3a754737" /><Relationship Type="http://schemas.openxmlformats.org/officeDocument/2006/relationships/notesSlide" Target="/ppt/notesSlides/notesSlide1.xml" Id="R2ff3b377faea46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e4bf58e3ed44d18" /><Relationship Type="http://schemas.openxmlformats.org/officeDocument/2006/relationships/notesSlide" Target="/ppt/notesSlides/notesSlide2.xml" Id="R976703fecdc949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c5879c1164e4ac5" /><Relationship Type="http://schemas.openxmlformats.org/officeDocument/2006/relationships/image" Target="/ppt/media/image2.png" Id="R17b097235d4a43d0" /><Relationship Type="http://schemas.openxmlformats.org/officeDocument/2006/relationships/notesSlide" Target="/ppt/notesSlides/notesSlide3.xml" Id="R4391dc2fbd114b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d4794a4ca9c4864" /><Relationship Type="http://schemas.openxmlformats.org/officeDocument/2006/relationships/image" Target="/ppt/media/image3.png" Id="R3589cda38d32489a" /><Relationship Type="http://schemas.openxmlformats.org/officeDocument/2006/relationships/image" Target="/ppt/media/image4.png" Id="Rbb053422ca514be5" /><Relationship Type="http://schemas.openxmlformats.org/officeDocument/2006/relationships/image" Target="/ppt/media/image.svg" Id="R29fb0ba6997a44a2" /><Relationship Type="http://schemas.openxmlformats.org/officeDocument/2006/relationships/image" Target="/ppt/media/image5.png" Id="R992b74062b744344" /><Relationship Type="http://schemas.openxmlformats.org/officeDocument/2006/relationships/image" Target="/ppt/media/image2.svg" Id="R8c5db42aa55f4dc0" /><Relationship Type="http://schemas.openxmlformats.org/officeDocument/2006/relationships/image" Target="/ppt/media/image6.png" Id="Rc3fbd8e9e1a647e2" /><Relationship Type="http://schemas.openxmlformats.org/officeDocument/2006/relationships/image" Target="/ppt/media/image3.svg" Id="R0d76acd0d12a4f52" /><Relationship Type="http://schemas.openxmlformats.org/officeDocument/2006/relationships/notesSlide" Target="/ppt/notesSlides/notesSlide4.xml" Id="R710b2ac0676745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5cf56db65ea4d14" /><Relationship Type="http://schemas.openxmlformats.org/officeDocument/2006/relationships/image" Target="/ppt/media/image7.png" Id="R23cb5c989e1b420f" /><Relationship Type="http://schemas.openxmlformats.org/officeDocument/2006/relationships/notesSlide" Target="/ppt/notesSlides/notesSlide5.xml" Id="R17bbe7cf16ef45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a1fcb0fc0214421" /><Relationship Type="http://schemas.openxmlformats.org/officeDocument/2006/relationships/image" Target="/ppt/media/image8.png" Id="Rc1c22c5b8a6f408d" /><Relationship Type="http://schemas.openxmlformats.org/officeDocument/2006/relationships/notesSlide" Target="/ppt/notesSlides/notesSlide6.xml" Id="R49f16bd122214b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17801cc6b1947a0" /><Relationship Type="http://schemas.openxmlformats.org/officeDocument/2006/relationships/image" Target="/ppt/media/image9.png" Id="Rfe9fcc219bee465f" /><Relationship Type="http://schemas.openxmlformats.org/officeDocument/2006/relationships/image" Target="/ppt/media/image4.svg" Id="R8a1fe05b3fb94f09" /><Relationship Type="http://schemas.openxmlformats.org/officeDocument/2006/relationships/image" Target="/ppt/media/image10.png" Id="Ra4d4223043b94dad" /><Relationship Type="http://schemas.openxmlformats.org/officeDocument/2006/relationships/image" Target="/ppt/media/image5.svg" Id="R43e7047d12e94191" /><Relationship Type="http://schemas.openxmlformats.org/officeDocument/2006/relationships/image" Target="/ppt/media/image11.png" Id="Ra0e0cd5e6da44e43" /><Relationship Type="http://schemas.openxmlformats.org/officeDocument/2006/relationships/image" Target="/ppt/media/image6.svg" Id="R84ebd14e13fa41d6" /><Relationship Type="http://schemas.openxmlformats.org/officeDocument/2006/relationships/image" Target="/ppt/media/image12.png" Id="R2e7703541ee940d1" /><Relationship Type="http://schemas.openxmlformats.org/officeDocument/2006/relationships/image" Target="/ppt/media/image7.svg" Id="R5a7125f1b5304179" /><Relationship Type="http://schemas.openxmlformats.org/officeDocument/2006/relationships/image" Target="/ppt/media/image13.png" Id="Rcef1d8112d7a4da0" /><Relationship Type="http://schemas.openxmlformats.org/officeDocument/2006/relationships/image" Target="/ppt/media/image8.svg" Id="R71319440c81c441c" /><Relationship Type="http://schemas.openxmlformats.org/officeDocument/2006/relationships/notesSlide" Target="/ppt/notesSlides/notesSlide7.xml" Id="R103f3ea0235146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68ccb447bc243b3" /><Relationship Type="http://schemas.openxmlformats.org/officeDocument/2006/relationships/image" Target="/ppt/media/image14.png" Id="Rf0a47a6443cd4ff2" /><Relationship Type="http://schemas.openxmlformats.org/officeDocument/2006/relationships/image" Target="/ppt/media/image15.png" Id="R169f37d853e74e0e" /><Relationship Type="http://schemas.openxmlformats.org/officeDocument/2006/relationships/image" Target="/ppt/media/image9.svg" Id="R4a997876b73c42f2" /><Relationship Type="http://schemas.openxmlformats.org/officeDocument/2006/relationships/notesSlide" Target="/ppt/notesSlides/notesSlide8.xml" Id="R414c09d9e8cd49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66e5c07e5bb427c" /><Relationship Type="http://schemas.openxmlformats.org/officeDocument/2006/relationships/image" Target="/ppt/media/image16.png" Id="Ra401d3cce96547d1" /><Relationship Type="http://schemas.openxmlformats.org/officeDocument/2006/relationships/image" Target="/ppt/media/image17.png" Id="R32f763ad7d7f421e" /><Relationship Type="http://schemas.openxmlformats.org/officeDocument/2006/relationships/image" Target="/ppt/media/image10.svg" Id="Rd463e2b800844ae0" /><Relationship Type="http://schemas.openxmlformats.org/officeDocument/2006/relationships/image" Target="/ppt/media/image18.png" Id="Ra17d08aceb6c4393" /><Relationship Type="http://schemas.openxmlformats.org/officeDocument/2006/relationships/image" Target="/ppt/media/image11.svg" Id="Rd9dbca385b484610" /><Relationship Type="http://schemas.openxmlformats.org/officeDocument/2006/relationships/notesSlide" Target="/ppt/notesSlides/notesSlide9.xml" Id="R9ea42a4315d446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43a362cac224156" /><Relationship Type="http://schemas.openxmlformats.org/officeDocument/2006/relationships/image" Target="/ppt/media/image19.png" Id="Rdca98a6d5bf64f97" /><Relationship Type="http://schemas.openxmlformats.org/officeDocument/2006/relationships/image" Target="/ppt/media/image20.png" Id="R948a92ada4ac4c26" /><Relationship Type="http://schemas.openxmlformats.org/officeDocument/2006/relationships/image" Target="/ppt/media/image12.svg" Id="Rc8e8365b5ca44644" /><Relationship Type="http://schemas.openxmlformats.org/officeDocument/2006/relationships/notesSlide" Target="/ppt/notesSlides/notesSlide10.xml" Id="R98bfe6afaaeb43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dc094bb963b4302" /><Relationship Type="http://schemas.openxmlformats.org/officeDocument/2006/relationships/notesSlide" Target="/ppt/notesSlides/notesSlide11.xml" Id="R4d5ab3679fa743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3a354f0aff94bfe" /><Relationship Type="http://schemas.openxmlformats.org/officeDocument/2006/relationships/notesSlide" Target="/ppt/notesSlides/notesSlide12.xml" Id="R347d750956b6489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D3BDEEA-3D78-4ECA-8147-966244A8121B}"/>
              </a:ext>
            </a:extLst>
          </p:cNvPr>
          <p:cNvPicPr>
            <a:picLocks xmlns:a="http://schemas.openxmlformats.org/drawingml/2006/main" noChangeAspect="1"/>
          </p:cNvPicPr>
          <p:nvPr/>
        </p:nvPicPr>
        <p:blipFill>
          <a:blip xmlns:r="http://schemas.openxmlformats.org/officeDocument/2006/relationships" xmlns:a="http://schemas.openxmlformats.org/drawingml/2006/main" r:embed="Rdd141bfc3a754737"/>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Qala">
            <a:extLst xmlns:a="http://schemas.openxmlformats.org/drawingml/2006/main">
              <a:ext uri="{FF2B5EF4-FFF2-40B4-BE49-F238E27FC236}">
                <a16:creationId xmlns:a16="http://schemas.microsoft.com/office/drawing/2014/main" id="{A449B23D-428F-403C-8C84-DB6504E83D89}"/>
              </a:ext>
            </a:extLst>
          </p:cNvPr>
          <p:cNvSpPr>
            <a:spLocks xmlns:a="http://schemas.openxmlformats.org/drawingml/2006/main" noGrp="1"/>
          </p:cNvSpPr>
          <p:nvPr/>
        </p:nvSpPr>
        <p:spPr>
          <a:xfrm xmlns:a="http://schemas.openxmlformats.org/drawingml/2006/main">
            <a:off x="590550" y="2038350"/>
            <a:ext cx="4191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400" b="1">
                <a:solidFill>
                  <a:srgbClr val="FFFFFF"/>
                </a:solidFill>
                <a:latin typeface="Inter"/>
                <a:ea typeface="Inter"/>
                <a:cs typeface="Inter"/>
              </a:defRPr>
            </a:defPPr>
            <a:lvl1pPr>
              <a:defRPr sz="8400" b="1">
                <a:solidFill>
                  <a:srgbClr val="FFFFFF"/>
                </a:solidFill>
                <a:latin typeface="Inter"/>
                <a:ea typeface="Inter"/>
                <a:cs typeface="Inter"/>
              </a:defRPr>
            </a:lvl1pPr>
            <a:lvl2pPr>
              <a:defRPr sz="8400" b="1">
                <a:solidFill>
                  <a:srgbClr val="FFFFFF"/>
                </a:solidFill>
                <a:latin typeface="Inter"/>
                <a:ea typeface="Inter"/>
                <a:cs typeface="Inter"/>
              </a:defRPr>
            </a:lvl2pPr>
            <a:lvl3pPr>
              <a:defRPr sz="8400" b="1">
                <a:solidFill>
                  <a:srgbClr val="FFFFFF"/>
                </a:solidFill>
                <a:latin typeface="Inter"/>
                <a:ea typeface="Inter"/>
                <a:cs typeface="Inter"/>
              </a:defRPr>
            </a:lvl3pPr>
            <a:lvl4pPr>
              <a:defRPr sz="8400" b="1">
                <a:solidFill>
                  <a:srgbClr val="FFFFFF"/>
                </a:solidFill>
                <a:latin typeface="Inter"/>
                <a:ea typeface="Inter"/>
                <a:cs typeface="Inter"/>
              </a:defRPr>
            </a:lvl4pPr>
            <a:lvl5pPr>
              <a:defRPr sz="8400" b="1">
                <a:solidFill>
                  <a:srgbClr val="FFFFFF"/>
                </a:solidFill>
                <a:latin typeface="Inter"/>
                <a:ea typeface="Inter"/>
                <a:cs typeface="Inter"/>
              </a:defRPr>
            </a:lvl5pPr>
            <a:lvl6pPr>
              <a:defRPr sz="8400" b="1">
                <a:solidFill>
                  <a:srgbClr val="FFFFFF"/>
                </a:solidFill>
                <a:latin typeface="Inter"/>
                <a:ea typeface="Inter"/>
                <a:cs typeface="Inter"/>
              </a:defRPr>
            </a:lvl6pPr>
            <a:lvl7pPr>
              <a:defRPr sz="8400" b="1">
                <a:solidFill>
                  <a:srgbClr val="FFFFFF"/>
                </a:solidFill>
                <a:latin typeface="Inter"/>
                <a:ea typeface="Inter"/>
                <a:cs typeface="Inter"/>
              </a:defRPr>
            </a:lvl7pPr>
            <a:lvl8pPr>
              <a:defRPr sz="8400" b="1">
                <a:solidFill>
                  <a:srgbClr val="FFFFFF"/>
                </a:solidFill>
                <a:latin typeface="Inter"/>
                <a:ea typeface="Inter"/>
                <a:cs typeface="Inter"/>
              </a:defRPr>
            </a:lvl8pPr>
            <a:lvl9pPr>
              <a:defRPr sz="8400" b="1">
                <a:solidFill>
                  <a:srgbClr val="FFFFFF"/>
                </a:solidFill>
                <a:latin typeface="Inter"/>
                <a:ea typeface="Inter"/>
                <a:cs typeface="Inter"/>
              </a:defRPr>
            </a:lvl9pPr>
          </a:lstStyle>
          <a:p xmlns:a="http://schemas.openxmlformats.org/drawingml/2006/main">
            <a:pPr>
              <a:defRPr sz="8400" b="1">
                <a:solidFill>
                  <a:srgbClr val="FFFFFF"/>
                </a:solidFill>
                <a:latin typeface="Inter"/>
                <a:ea typeface="Inter"/>
                <a:cs typeface="Inter"/>
              </a:defRPr>
            </a:pPr>
            <a:r>
              <a:rPr sz="8400" b="1">
                <a:solidFill>
                  <a:srgbClr val="FFFFFF"/>
                </a:solidFill>
                <a:latin typeface="Inter"/>
                <a:ea typeface="Inter"/>
                <a:cs typeface="Inter"/>
              </a:rPr>
              <a:t>Qala</a:t>
            </a:r>
          </a:p>
        </p:txBody>
      </p:sp>
      <p:sp>
        <p:nvSpPr>
          <p:cNvPr id="3" name="ИИ-помощник&#10;по прогулкам&#10;в Астане">
            <a:extLst xmlns:a="http://schemas.openxmlformats.org/drawingml/2006/main">
              <a:ext uri="{FF2B5EF4-FFF2-40B4-BE49-F238E27FC236}">
                <a16:creationId xmlns:a16="http://schemas.microsoft.com/office/drawing/2014/main" id="{E62FCE25-19A8-43FD-97AF-8B3AA34ECFE1}"/>
              </a:ext>
            </a:extLst>
          </p:cNvPr>
          <p:cNvSpPr>
            <a:spLocks xmlns:a="http://schemas.openxmlformats.org/drawingml/2006/main" noGrp="1"/>
          </p:cNvSpPr>
          <p:nvPr/>
        </p:nvSpPr>
        <p:spPr>
          <a:xfrm xmlns:a="http://schemas.openxmlformats.org/drawingml/2006/main">
            <a:off x="647700" y="3638550"/>
            <a:ext cx="40005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0">
                <a:solidFill>
                  <a:srgbClr val="FFFFFF"/>
                </a:solidFill>
                <a:latin typeface="Inter"/>
                <a:ea typeface="Inter"/>
                <a:cs typeface="Inter"/>
              </a:defRPr>
            </a:defPPr>
            <a:lvl1pPr>
              <a:defRPr sz="3000" b="0">
                <a:solidFill>
                  <a:srgbClr val="FFFFFF"/>
                </a:solidFill>
                <a:latin typeface="Inter"/>
                <a:ea typeface="Inter"/>
                <a:cs typeface="Inter"/>
              </a:defRPr>
            </a:lvl1pPr>
            <a:lvl2pPr>
              <a:defRPr sz="3000" b="0">
                <a:solidFill>
                  <a:srgbClr val="FFFFFF"/>
                </a:solidFill>
                <a:latin typeface="Inter"/>
                <a:ea typeface="Inter"/>
                <a:cs typeface="Inter"/>
              </a:defRPr>
            </a:lvl2pPr>
            <a:lvl3pPr>
              <a:defRPr sz="3000" b="0">
                <a:solidFill>
                  <a:srgbClr val="FFFFFF"/>
                </a:solidFill>
                <a:latin typeface="Inter"/>
                <a:ea typeface="Inter"/>
                <a:cs typeface="Inter"/>
              </a:defRPr>
            </a:lvl3pPr>
            <a:lvl4pPr>
              <a:defRPr sz="3000" b="0">
                <a:solidFill>
                  <a:srgbClr val="FFFFFF"/>
                </a:solidFill>
                <a:latin typeface="Inter"/>
                <a:ea typeface="Inter"/>
                <a:cs typeface="Inter"/>
              </a:defRPr>
            </a:lvl4pPr>
            <a:lvl5pPr>
              <a:defRPr sz="3000" b="0">
                <a:solidFill>
                  <a:srgbClr val="FFFFFF"/>
                </a:solidFill>
                <a:latin typeface="Inter"/>
                <a:ea typeface="Inter"/>
                <a:cs typeface="Inter"/>
              </a:defRPr>
            </a:lvl5pPr>
            <a:lvl6pPr>
              <a:defRPr sz="3000" b="0">
                <a:solidFill>
                  <a:srgbClr val="FFFFFF"/>
                </a:solidFill>
                <a:latin typeface="Inter"/>
                <a:ea typeface="Inter"/>
                <a:cs typeface="Inter"/>
              </a:defRPr>
            </a:lvl6pPr>
            <a:lvl7pPr>
              <a:defRPr sz="3000" b="0">
                <a:solidFill>
                  <a:srgbClr val="FFFFFF"/>
                </a:solidFill>
                <a:latin typeface="Inter"/>
                <a:ea typeface="Inter"/>
                <a:cs typeface="Inter"/>
              </a:defRPr>
            </a:lvl7pPr>
            <a:lvl8pPr>
              <a:defRPr sz="3000" b="0">
                <a:solidFill>
                  <a:srgbClr val="FFFFFF"/>
                </a:solidFill>
                <a:latin typeface="Inter"/>
                <a:ea typeface="Inter"/>
                <a:cs typeface="Inter"/>
              </a:defRPr>
            </a:lvl8pPr>
            <a:lvl9pPr>
              <a:defRPr sz="3000" b="0">
                <a:solidFill>
                  <a:srgbClr val="FFFFFF"/>
                </a:solidFill>
                <a:latin typeface="Inter"/>
                <a:ea typeface="Inter"/>
                <a:cs typeface="Inter"/>
              </a:defRPr>
            </a:lvl9pPr>
          </a:lstStyle>
          <a:p xmlns:a="http://schemas.openxmlformats.org/drawingml/2006/main">
            <a:pPr>
              <a:defRPr sz="3000" b="0">
                <a:solidFill>
                  <a:srgbClr val="FFFFFF"/>
                </a:solidFill>
                <a:latin typeface="Inter"/>
                <a:ea typeface="Inter"/>
                <a:cs typeface="Inter"/>
              </a:defRPr>
            </a:pPr>
            <a:r>
              <a:rPr sz="3000" b="0">
                <a:solidFill>
                  <a:srgbClr val="FFFFFF"/>
                </a:solidFill>
                <a:latin typeface="Inter"/>
                <a:ea typeface="Inter"/>
                <a:cs typeface="Inter"/>
              </a:rPr>
              <a:t>ИИ-помощник</a:t>
            </a:r>
          </a:p>
          <a:p xmlns:a="http://schemas.openxmlformats.org/drawingml/2006/main">
            <a:pPr>
              <a:defRPr sz="3000" b="0">
                <a:solidFill>
                  <a:srgbClr val="FFFFFF"/>
                </a:solidFill>
                <a:latin typeface="Inter"/>
                <a:ea typeface="Inter"/>
                <a:cs typeface="Inter"/>
              </a:defRPr>
            </a:pPr>
            <a:r>
              <a:rPr sz="3000" b="0">
                <a:solidFill>
                  <a:srgbClr val="FFFFFF"/>
                </a:solidFill>
                <a:latin typeface="Inter"/>
                <a:ea typeface="Inter"/>
                <a:cs typeface="Inter"/>
              </a:rPr>
              <a:t>по прогулкам</a:t>
            </a:r>
          </a:p>
          <a:p xmlns:a="http://schemas.openxmlformats.org/drawingml/2006/main">
            <a:pPr>
              <a:defRPr sz="3000" b="0">
                <a:solidFill>
                  <a:srgbClr val="FFFFFF"/>
                </a:solidFill>
                <a:latin typeface="Inter"/>
                <a:ea typeface="Inter"/>
                <a:cs typeface="Inter"/>
              </a:defRPr>
            </a:pPr>
            <a:r>
              <a:rPr sz="3000" b="0">
                <a:solidFill>
                  <a:srgbClr val="FFFFFF"/>
                </a:solidFill>
                <a:latin typeface="Inter"/>
                <a:ea typeface="Inter"/>
                <a:cs typeface="Inter"/>
              </a:rPr>
              <a:t>в Астане</a:t>
            </a:r>
          </a:p>
        </p:txBody>
      </p:sp>
      <p:sp>
        <p:nvSpPr>
          <p:cNvPr id="4" name="Build with AI">
            <a:extLst xmlns:a="http://schemas.openxmlformats.org/drawingml/2006/main">
              <a:ext uri="{FF2B5EF4-FFF2-40B4-BE49-F238E27FC236}">
                <a16:creationId xmlns:a16="http://schemas.microsoft.com/office/drawing/2014/main" id="{A998A02C-49F5-4493-97E5-F65F14CE8504}"/>
              </a:ext>
            </a:extLst>
          </p:cNvPr>
          <p:cNvSpPr>
            <a:spLocks xmlns:a="http://schemas.openxmlformats.org/drawingml/2006/main" noGrp="1"/>
          </p:cNvSpPr>
          <p:nvPr/>
        </p:nvSpPr>
        <p:spPr>
          <a:xfrm xmlns:a="http://schemas.openxmlformats.org/drawingml/2006/main">
            <a:off x="647700" y="619125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D1D5DC"/>
                </a:solidFill>
                <a:latin typeface="Inter"/>
                <a:ea typeface="Inter"/>
                <a:cs typeface="Inter"/>
              </a:defRPr>
            </a:defPPr>
            <a:lvl1pPr>
              <a:defRPr sz="1725" b="0">
                <a:solidFill>
                  <a:srgbClr val="D1D5DC"/>
                </a:solidFill>
                <a:latin typeface="Inter"/>
                <a:ea typeface="Inter"/>
                <a:cs typeface="Inter"/>
              </a:defRPr>
            </a:lvl1pPr>
            <a:lvl2pPr>
              <a:defRPr sz="1725" b="0">
                <a:solidFill>
                  <a:srgbClr val="D1D5DC"/>
                </a:solidFill>
                <a:latin typeface="Inter"/>
                <a:ea typeface="Inter"/>
                <a:cs typeface="Inter"/>
              </a:defRPr>
            </a:lvl2pPr>
            <a:lvl3pPr>
              <a:defRPr sz="1725" b="0">
                <a:solidFill>
                  <a:srgbClr val="D1D5DC"/>
                </a:solidFill>
                <a:latin typeface="Inter"/>
                <a:ea typeface="Inter"/>
                <a:cs typeface="Inter"/>
              </a:defRPr>
            </a:lvl3pPr>
            <a:lvl4pPr>
              <a:defRPr sz="1725" b="0">
                <a:solidFill>
                  <a:srgbClr val="D1D5DC"/>
                </a:solidFill>
                <a:latin typeface="Inter"/>
                <a:ea typeface="Inter"/>
                <a:cs typeface="Inter"/>
              </a:defRPr>
            </a:lvl4pPr>
            <a:lvl5pPr>
              <a:defRPr sz="1725" b="0">
                <a:solidFill>
                  <a:srgbClr val="D1D5DC"/>
                </a:solidFill>
                <a:latin typeface="Inter"/>
                <a:ea typeface="Inter"/>
                <a:cs typeface="Inter"/>
              </a:defRPr>
            </a:lvl5pPr>
            <a:lvl6pPr>
              <a:defRPr sz="1725" b="0">
                <a:solidFill>
                  <a:srgbClr val="D1D5DC"/>
                </a:solidFill>
                <a:latin typeface="Inter"/>
                <a:ea typeface="Inter"/>
                <a:cs typeface="Inter"/>
              </a:defRPr>
            </a:lvl6pPr>
            <a:lvl7pPr>
              <a:defRPr sz="1725" b="0">
                <a:solidFill>
                  <a:srgbClr val="D1D5DC"/>
                </a:solidFill>
                <a:latin typeface="Inter"/>
                <a:ea typeface="Inter"/>
                <a:cs typeface="Inter"/>
              </a:defRPr>
            </a:lvl7pPr>
            <a:lvl8pPr>
              <a:defRPr sz="1725" b="0">
                <a:solidFill>
                  <a:srgbClr val="D1D5DC"/>
                </a:solidFill>
                <a:latin typeface="Inter"/>
                <a:ea typeface="Inter"/>
                <a:cs typeface="Inter"/>
              </a:defRPr>
            </a:lvl8pPr>
            <a:lvl9pPr>
              <a:defRPr sz="1725" b="0">
                <a:solidFill>
                  <a:srgbClr val="D1D5DC"/>
                </a:solidFill>
                <a:latin typeface="Inter"/>
                <a:ea typeface="Inter"/>
                <a:cs typeface="Inter"/>
              </a:defRPr>
            </a:lvl9pPr>
          </a:lstStyle>
          <a:p xmlns:a="http://schemas.openxmlformats.org/drawingml/2006/main">
            <a:pPr>
              <a:defRPr sz="1725" b="0">
                <a:solidFill>
                  <a:srgbClr val="D1D5DC"/>
                </a:solidFill>
                <a:latin typeface="Inter"/>
                <a:ea typeface="Inter"/>
                <a:cs typeface="Inter"/>
              </a:defRPr>
            </a:pPr>
            <a:r>
              <a:rPr sz="1725" b="0">
                <a:solidFill>
                  <a:srgbClr val="D1D5DC"/>
                </a:solidFill>
                <a:latin typeface="Inter"/>
                <a:ea typeface="Inter"/>
                <a:cs typeface="Inter"/>
              </a:rPr>
              <a:t>Build with AI</a:t>
            </a:r>
          </a:p>
        </p:txBody>
      </p:sp>
    </p:spTree>
    <p:extLst>
      <p:ext uri="{BB962C8B-B14F-4D97-AF65-F5344CB8AC3E}">
        <p14:creationId xmlns:p14="http://schemas.microsoft.com/office/powerpoint/2010/main" val="19237975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Пользователь и бизнес-гипотеза">
            <a:extLst xmlns:a="http://schemas.openxmlformats.org/drawingml/2006/main">
              <a:ext uri="{FF2B5EF4-FFF2-40B4-BE49-F238E27FC236}">
                <a16:creationId xmlns:a16="http://schemas.microsoft.com/office/drawing/2014/main" id="{792BD3C7-88D1-464A-BBA6-351B16777749}"/>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D2026"/>
                </a:solidFill>
                <a:latin typeface="Inter"/>
                <a:ea typeface="Inter"/>
                <a:cs typeface="Inter"/>
              </a:defRPr>
            </a:defPPr>
            <a:lvl1pPr>
              <a:defRPr sz="3600" b="1">
                <a:solidFill>
                  <a:srgbClr val="1D2026"/>
                </a:solidFill>
                <a:latin typeface="Inter"/>
                <a:ea typeface="Inter"/>
                <a:cs typeface="Inter"/>
              </a:defRPr>
            </a:lvl1pPr>
            <a:lvl2pPr>
              <a:defRPr sz="3600" b="1">
                <a:solidFill>
                  <a:srgbClr val="1D2026"/>
                </a:solidFill>
                <a:latin typeface="Inter"/>
                <a:ea typeface="Inter"/>
                <a:cs typeface="Inter"/>
              </a:defRPr>
            </a:lvl2pPr>
            <a:lvl3pPr>
              <a:defRPr sz="3600" b="1">
                <a:solidFill>
                  <a:srgbClr val="1D2026"/>
                </a:solidFill>
                <a:latin typeface="Inter"/>
                <a:ea typeface="Inter"/>
                <a:cs typeface="Inter"/>
              </a:defRPr>
            </a:lvl3pPr>
            <a:lvl4pPr>
              <a:defRPr sz="3600" b="1">
                <a:solidFill>
                  <a:srgbClr val="1D2026"/>
                </a:solidFill>
                <a:latin typeface="Inter"/>
                <a:ea typeface="Inter"/>
                <a:cs typeface="Inter"/>
              </a:defRPr>
            </a:lvl4pPr>
            <a:lvl5pPr>
              <a:defRPr sz="3600" b="1">
                <a:solidFill>
                  <a:srgbClr val="1D2026"/>
                </a:solidFill>
                <a:latin typeface="Inter"/>
                <a:ea typeface="Inter"/>
                <a:cs typeface="Inter"/>
              </a:defRPr>
            </a:lvl5pPr>
            <a:lvl6pPr>
              <a:defRPr sz="3600" b="1">
                <a:solidFill>
                  <a:srgbClr val="1D2026"/>
                </a:solidFill>
                <a:latin typeface="Inter"/>
                <a:ea typeface="Inter"/>
                <a:cs typeface="Inter"/>
              </a:defRPr>
            </a:lvl6pPr>
            <a:lvl7pPr>
              <a:defRPr sz="3600" b="1">
                <a:solidFill>
                  <a:srgbClr val="1D2026"/>
                </a:solidFill>
                <a:latin typeface="Inter"/>
                <a:ea typeface="Inter"/>
                <a:cs typeface="Inter"/>
              </a:defRPr>
            </a:lvl7pPr>
            <a:lvl8pPr>
              <a:defRPr sz="3600" b="1">
                <a:solidFill>
                  <a:srgbClr val="1D2026"/>
                </a:solidFill>
                <a:latin typeface="Inter"/>
                <a:ea typeface="Inter"/>
                <a:cs typeface="Inter"/>
              </a:defRPr>
            </a:lvl8pPr>
            <a:lvl9pPr>
              <a:defRPr sz="3600" b="1">
                <a:solidFill>
                  <a:srgbClr val="1D2026"/>
                </a:solidFill>
                <a:latin typeface="Inter"/>
                <a:ea typeface="Inter"/>
                <a:cs typeface="Inter"/>
              </a:defRPr>
            </a:lvl9pPr>
          </a:lstStyle>
          <a:p xmlns:a="http://schemas.openxmlformats.org/drawingml/2006/main">
            <a:pPr>
              <a:defRPr sz="3600" b="1">
                <a:solidFill>
                  <a:srgbClr val="1D2026"/>
                </a:solidFill>
                <a:latin typeface="Inter"/>
                <a:ea typeface="Inter"/>
                <a:cs typeface="Inter"/>
              </a:defRPr>
            </a:pPr>
            <a:r>
              <a:rPr sz="3600" b="1">
                <a:solidFill>
                  <a:srgbClr val="1D2026"/>
                </a:solidFill>
                <a:latin typeface="Inter"/>
                <a:ea typeface="Inter"/>
                <a:cs typeface="Inter"/>
              </a:rPr>
              <a:t>Пользователь и бизнес-гипотеза</a:t>
            </a:r>
          </a:p>
        </p:txBody>
      </p:sp>
      <p:sp>
        <p:nvSpPr>
          <p:cNvPr id="2" name="«У меня есть час.&#10;Что посмотреть&#10;рядом?»">
            <a:extLst xmlns:a="http://schemas.openxmlformats.org/drawingml/2006/main">
              <a:ext uri="{FF2B5EF4-FFF2-40B4-BE49-F238E27FC236}">
                <a16:creationId xmlns:a16="http://schemas.microsoft.com/office/drawing/2014/main" id="{09466096-3F73-4664-B49E-217B9A5D375D}"/>
              </a:ext>
            </a:extLst>
          </p:cNvPr>
          <p:cNvSpPr>
            <a:spLocks xmlns:a="http://schemas.openxmlformats.org/drawingml/2006/main" noGrp="1"/>
          </p:cNvSpPr>
          <p:nvPr/>
        </p:nvSpPr>
        <p:spPr>
          <a:xfrm xmlns:a="http://schemas.openxmlformats.org/drawingml/2006/main">
            <a:off x="609600" y="1809750"/>
            <a:ext cx="5905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75" b="1">
                <a:solidFill>
                  <a:srgbClr val="1D2026"/>
                </a:solidFill>
                <a:latin typeface="Inter"/>
                <a:ea typeface="Inter"/>
                <a:cs typeface="Inter"/>
              </a:defRPr>
            </a:defPPr>
            <a:lvl1pPr>
              <a:defRPr sz="3975" b="1">
                <a:solidFill>
                  <a:srgbClr val="1D2026"/>
                </a:solidFill>
                <a:latin typeface="Inter"/>
                <a:ea typeface="Inter"/>
                <a:cs typeface="Inter"/>
              </a:defRPr>
            </a:lvl1pPr>
            <a:lvl2pPr>
              <a:defRPr sz="3975" b="1">
                <a:solidFill>
                  <a:srgbClr val="1D2026"/>
                </a:solidFill>
                <a:latin typeface="Inter"/>
                <a:ea typeface="Inter"/>
                <a:cs typeface="Inter"/>
              </a:defRPr>
            </a:lvl2pPr>
            <a:lvl3pPr>
              <a:defRPr sz="3975" b="1">
                <a:solidFill>
                  <a:srgbClr val="1D2026"/>
                </a:solidFill>
                <a:latin typeface="Inter"/>
                <a:ea typeface="Inter"/>
                <a:cs typeface="Inter"/>
              </a:defRPr>
            </a:lvl3pPr>
            <a:lvl4pPr>
              <a:defRPr sz="3975" b="1">
                <a:solidFill>
                  <a:srgbClr val="1D2026"/>
                </a:solidFill>
                <a:latin typeface="Inter"/>
                <a:ea typeface="Inter"/>
                <a:cs typeface="Inter"/>
              </a:defRPr>
            </a:lvl4pPr>
            <a:lvl5pPr>
              <a:defRPr sz="3975" b="1">
                <a:solidFill>
                  <a:srgbClr val="1D2026"/>
                </a:solidFill>
                <a:latin typeface="Inter"/>
                <a:ea typeface="Inter"/>
                <a:cs typeface="Inter"/>
              </a:defRPr>
            </a:lvl5pPr>
            <a:lvl6pPr>
              <a:defRPr sz="3975" b="1">
                <a:solidFill>
                  <a:srgbClr val="1D2026"/>
                </a:solidFill>
                <a:latin typeface="Inter"/>
                <a:ea typeface="Inter"/>
                <a:cs typeface="Inter"/>
              </a:defRPr>
            </a:lvl6pPr>
            <a:lvl7pPr>
              <a:defRPr sz="3975" b="1">
                <a:solidFill>
                  <a:srgbClr val="1D2026"/>
                </a:solidFill>
                <a:latin typeface="Inter"/>
                <a:ea typeface="Inter"/>
                <a:cs typeface="Inter"/>
              </a:defRPr>
            </a:lvl7pPr>
            <a:lvl8pPr>
              <a:defRPr sz="3975" b="1">
                <a:solidFill>
                  <a:srgbClr val="1D2026"/>
                </a:solidFill>
                <a:latin typeface="Inter"/>
                <a:ea typeface="Inter"/>
                <a:cs typeface="Inter"/>
              </a:defRPr>
            </a:lvl8pPr>
            <a:lvl9pPr>
              <a:defRPr sz="3975" b="1">
                <a:solidFill>
                  <a:srgbClr val="1D2026"/>
                </a:solidFill>
                <a:latin typeface="Inter"/>
                <a:ea typeface="Inter"/>
                <a:cs typeface="Inter"/>
              </a:defRPr>
            </a:lvl9pPr>
          </a:lstStyle>
          <a:p xmlns:a="http://schemas.openxmlformats.org/drawingml/2006/main">
            <a:pPr>
              <a:defRPr sz="3975" b="1">
                <a:solidFill>
                  <a:srgbClr val="1D2026"/>
                </a:solidFill>
                <a:latin typeface="Inter"/>
                <a:ea typeface="Inter"/>
                <a:cs typeface="Inter"/>
              </a:defRPr>
            </a:pPr>
            <a:r>
              <a:rPr sz="3975" b="1">
                <a:solidFill>
                  <a:srgbClr val="1D2026"/>
                </a:solidFill>
                <a:latin typeface="Inter"/>
                <a:ea typeface="Inter"/>
                <a:cs typeface="Inter"/>
              </a:rPr>
              <a:t>«У меня есть час.</a:t>
            </a:r>
          </a:p>
          <a:p xmlns:a="http://schemas.openxmlformats.org/drawingml/2006/main">
            <a:pPr>
              <a:defRPr sz="3975" b="1">
                <a:solidFill>
                  <a:srgbClr val="1D2026"/>
                </a:solidFill>
                <a:latin typeface="Inter"/>
                <a:ea typeface="Inter"/>
                <a:cs typeface="Inter"/>
              </a:defRPr>
            </a:pPr>
            <a:r>
              <a:rPr sz="3975" b="1">
                <a:solidFill>
                  <a:srgbClr val="1D2026"/>
                </a:solidFill>
                <a:latin typeface="Inter"/>
                <a:ea typeface="Inter"/>
                <a:cs typeface="Inter"/>
              </a:rPr>
              <a:t>Что посмотреть</a:t>
            </a:r>
          </a:p>
          <a:p xmlns:a="http://schemas.openxmlformats.org/drawingml/2006/main">
            <a:pPr>
              <a:defRPr sz="3975" b="1">
                <a:solidFill>
                  <a:srgbClr val="1D2026"/>
                </a:solidFill>
                <a:latin typeface="Inter"/>
                <a:ea typeface="Inter"/>
                <a:cs typeface="Inter"/>
              </a:defRPr>
            </a:pPr>
            <a:r>
              <a:rPr sz="3975" b="1">
                <a:solidFill>
                  <a:srgbClr val="1D2026"/>
                </a:solidFill>
                <a:latin typeface="Inter"/>
                <a:ea typeface="Inter"/>
                <a:cs typeface="Inter"/>
              </a:rPr>
              <a:t>рядом?»</a:t>
            </a:r>
          </a:p>
        </p:txBody>
      </p:sp>
      <p:sp>
        <p:nvSpPr>
          <p:cNvPr id="3" name="Жители · гости города · семьи">
            <a:extLst xmlns:a="http://schemas.openxmlformats.org/drawingml/2006/main">
              <a:ext uri="{FF2B5EF4-FFF2-40B4-BE49-F238E27FC236}">
                <a16:creationId xmlns:a16="http://schemas.microsoft.com/office/drawing/2014/main" id="{3931C00D-CD96-4B20-B9D3-082AA3993E7C}"/>
              </a:ext>
            </a:extLst>
          </p:cNvPr>
          <p:cNvSpPr>
            <a:spLocks xmlns:a="http://schemas.openxmlformats.org/drawingml/2006/main" noGrp="1"/>
          </p:cNvSpPr>
          <p:nvPr/>
        </p:nvSpPr>
        <p:spPr>
          <a:xfrm xmlns:a="http://schemas.openxmlformats.org/drawingml/2006/main">
            <a:off x="647700" y="4791075"/>
            <a:ext cx="581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6975"/>
                </a:solidFill>
                <a:latin typeface="Inter"/>
                <a:ea typeface="Inter"/>
                <a:cs typeface="Inter"/>
              </a:defRPr>
            </a:defPPr>
            <a:lvl1pPr>
              <a:defRPr sz="2025" b="0">
                <a:solidFill>
                  <a:srgbClr val="606975"/>
                </a:solidFill>
                <a:latin typeface="Inter"/>
                <a:ea typeface="Inter"/>
                <a:cs typeface="Inter"/>
              </a:defRPr>
            </a:lvl1pPr>
            <a:lvl2pPr>
              <a:defRPr sz="2025" b="0">
                <a:solidFill>
                  <a:srgbClr val="606975"/>
                </a:solidFill>
                <a:latin typeface="Inter"/>
                <a:ea typeface="Inter"/>
                <a:cs typeface="Inter"/>
              </a:defRPr>
            </a:lvl2pPr>
            <a:lvl3pPr>
              <a:defRPr sz="2025" b="0">
                <a:solidFill>
                  <a:srgbClr val="606975"/>
                </a:solidFill>
                <a:latin typeface="Inter"/>
                <a:ea typeface="Inter"/>
                <a:cs typeface="Inter"/>
              </a:defRPr>
            </a:lvl3pPr>
            <a:lvl4pPr>
              <a:defRPr sz="2025" b="0">
                <a:solidFill>
                  <a:srgbClr val="606975"/>
                </a:solidFill>
                <a:latin typeface="Inter"/>
                <a:ea typeface="Inter"/>
                <a:cs typeface="Inter"/>
              </a:defRPr>
            </a:lvl4pPr>
            <a:lvl5pPr>
              <a:defRPr sz="2025" b="0">
                <a:solidFill>
                  <a:srgbClr val="606975"/>
                </a:solidFill>
                <a:latin typeface="Inter"/>
                <a:ea typeface="Inter"/>
                <a:cs typeface="Inter"/>
              </a:defRPr>
            </a:lvl5pPr>
            <a:lvl6pPr>
              <a:defRPr sz="2025" b="0">
                <a:solidFill>
                  <a:srgbClr val="606975"/>
                </a:solidFill>
                <a:latin typeface="Inter"/>
                <a:ea typeface="Inter"/>
                <a:cs typeface="Inter"/>
              </a:defRPr>
            </a:lvl6pPr>
            <a:lvl7pPr>
              <a:defRPr sz="2025" b="0">
                <a:solidFill>
                  <a:srgbClr val="606975"/>
                </a:solidFill>
                <a:latin typeface="Inter"/>
                <a:ea typeface="Inter"/>
                <a:cs typeface="Inter"/>
              </a:defRPr>
            </a:lvl7pPr>
            <a:lvl8pPr>
              <a:defRPr sz="2025" b="0">
                <a:solidFill>
                  <a:srgbClr val="606975"/>
                </a:solidFill>
                <a:latin typeface="Inter"/>
                <a:ea typeface="Inter"/>
                <a:cs typeface="Inter"/>
              </a:defRPr>
            </a:lvl8pPr>
            <a:lvl9pPr>
              <a:defRPr sz="2025" b="0">
                <a:solidFill>
                  <a:srgbClr val="606975"/>
                </a:solidFill>
                <a:latin typeface="Inter"/>
                <a:ea typeface="Inter"/>
                <a:cs typeface="Inter"/>
              </a:defRPr>
            </a:lvl9pPr>
          </a:lstStyle>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Жители · гости города · семьи</a:t>
            </a:r>
          </a:p>
        </p:txBody>
      </p:sp>
      <p:sp>
        <p:nvSpPr>
          <p:cNvPr id="4" name="Пилот с партнёром">
            <a:extLst xmlns:a="http://schemas.openxmlformats.org/drawingml/2006/main">
              <a:ext uri="{FF2B5EF4-FFF2-40B4-BE49-F238E27FC236}">
                <a16:creationId xmlns:a16="http://schemas.microsoft.com/office/drawing/2014/main" id="{99E3CC8D-CBCD-4950-A6B1-6A6381D2E659}"/>
              </a:ext>
            </a:extLst>
          </p:cNvPr>
          <p:cNvSpPr>
            <a:spLocks xmlns:a="http://schemas.openxmlformats.org/drawingml/2006/main" noGrp="1"/>
          </p:cNvSpPr>
          <p:nvPr/>
        </p:nvSpPr>
        <p:spPr>
          <a:xfrm xmlns:a="http://schemas.openxmlformats.org/drawingml/2006/main">
            <a:off x="7429500" y="1809750"/>
            <a:ext cx="411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2026"/>
                </a:solidFill>
                <a:latin typeface="Inter"/>
                <a:ea typeface="Inter"/>
                <a:cs typeface="Inter"/>
              </a:defRPr>
            </a:defPPr>
            <a:lvl1pPr>
              <a:defRPr sz="2175" b="1">
                <a:solidFill>
                  <a:srgbClr val="1D2026"/>
                </a:solidFill>
                <a:latin typeface="Inter"/>
                <a:ea typeface="Inter"/>
                <a:cs typeface="Inter"/>
              </a:defRPr>
            </a:lvl1pPr>
            <a:lvl2pPr>
              <a:defRPr sz="2175" b="1">
                <a:solidFill>
                  <a:srgbClr val="1D2026"/>
                </a:solidFill>
                <a:latin typeface="Inter"/>
                <a:ea typeface="Inter"/>
                <a:cs typeface="Inter"/>
              </a:defRPr>
            </a:lvl2pPr>
            <a:lvl3pPr>
              <a:defRPr sz="2175" b="1">
                <a:solidFill>
                  <a:srgbClr val="1D2026"/>
                </a:solidFill>
                <a:latin typeface="Inter"/>
                <a:ea typeface="Inter"/>
                <a:cs typeface="Inter"/>
              </a:defRPr>
            </a:lvl3pPr>
            <a:lvl4pPr>
              <a:defRPr sz="2175" b="1">
                <a:solidFill>
                  <a:srgbClr val="1D2026"/>
                </a:solidFill>
                <a:latin typeface="Inter"/>
                <a:ea typeface="Inter"/>
                <a:cs typeface="Inter"/>
              </a:defRPr>
            </a:lvl4pPr>
            <a:lvl5pPr>
              <a:defRPr sz="2175" b="1">
                <a:solidFill>
                  <a:srgbClr val="1D2026"/>
                </a:solidFill>
                <a:latin typeface="Inter"/>
                <a:ea typeface="Inter"/>
                <a:cs typeface="Inter"/>
              </a:defRPr>
            </a:lvl5pPr>
            <a:lvl6pPr>
              <a:defRPr sz="2175" b="1">
                <a:solidFill>
                  <a:srgbClr val="1D2026"/>
                </a:solidFill>
                <a:latin typeface="Inter"/>
                <a:ea typeface="Inter"/>
                <a:cs typeface="Inter"/>
              </a:defRPr>
            </a:lvl6pPr>
            <a:lvl7pPr>
              <a:defRPr sz="2175" b="1">
                <a:solidFill>
                  <a:srgbClr val="1D2026"/>
                </a:solidFill>
                <a:latin typeface="Inter"/>
                <a:ea typeface="Inter"/>
                <a:cs typeface="Inter"/>
              </a:defRPr>
            </a:lvl7pPr>
            <a:lvl8pPr>
              <a:defRPr sz="2175" b="1">
                <a:solidFill>
                  <a:srgbClr val="1D2026"/>
                </a:solidFill>
                <a:latin typeface="Inter"/>
                <a:ea typeface="Inter"/>
                <a:cs typeface="Inter"/>
              </a:defRPr>
            </a:lvl8pPr>
            <a:lvl9pPr>
              <a:defRPr sz="2175" b="1">
                <a:solidFill>
                  <a:srgbClr val="1D2026"/>
                </a:solidFill>
                <a:latin typeface="Inter"/>
                <a:ea typeface="Inter"/>
                <a:cs typeface="Inter"/>
              </a:defRPr>
            </a:lvl9pPr>
          </a:lstStyle>
          <a:p xmlns:a="http://schemas.openxmlformats.org/drawingml/2006/main">
            <a:pPr>
              <a:defRPr sz="2175" b="1">
                <a:solidFill>
                  <a:srgbClr val="1D2026"/>
                </a:solidFill>
                <a:latin typeface="Inter"/>
                <a:ea typeface="Inter"/>
                <a:cs typeface="Inter"/>
              </a:defRPr>
            </a:pPr>
            <a:r>
              <a:rPr sz="2175" b="1">
                <a:solidFill>
                  <a:srgbClr val="1D2026"/>
                </a:solidFill>
                <a:latin typeface="Inter"/>
                <a:ea typeface="Inter"/>
                <a:cs typeface="Inter"/>
              </a:rPr>
              <a:t>Пилот с партнёром</a:t>
            </a:r>
          </a:p>
        </p:txBody>
      </p:sp>
      <p:sp>
        <p:nvSpPr>
          <p:cNvPr id="5" name="Отель или городской сервис&#10;как канал знакомства&#10;с продуктом">
            <a:extLst xmlns:a="http://schemas.openxmlformats.org/drawingml/2006/main">
              <a:ext uri="{FF2B5EF4-FFF2-40B4-BE49-F238E27FC236}">
                <a16:creationId xmlns:a16="http://schemas.microsoft.com/office/drawing/2014/main" id="{E436EAA0-9760-4374-AD88-03674747B104}"/>
              </a:ext>
            </a:extLst>
          </p:cNvPr>
          <p:cNvSpPr>
            <a:spLocks xmlns:a="http://schemas.openxmlformats.org/drawingml/2006/main" noGrp="1"/>
          </p:cNvSpPr>
          <p:nvPr/>
        </p:nvSpPr>
        <p:spPr>
          <a:xfrm xmlns:a="http://schemas.openxmlformats.org/drawingml/2006/main">
            <a:off x="7429500" y="2276475"/>
            <a:ext cx="4114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6975"/>
                </a:solidFill>
                <a:latin typeface="Inter"/>
                <a:ea typeface="Inter"/>
                <a:cs typeface="Inter"/>
              </a:defRPr>
            </a:defPPr>
            <a:lvl1pPr>
              <a:defRPr sz="2025" b="0">
                <a:solidFill>
                  <a:srgbClr val="606975"/>
                </a:solidFill>
                <a:latin typeface="Inter"/>
                <a:ea typeface="Inter"/>
                <a:cs typeface="Inter"/>
              </a:defRPr>
            </a:lvl1pPr>
            <a:lvl2pPr>
              <a:defRPr sz="2025" b="0">
                <a:solidFill>
                  <a:srgbClr val="606975"/>
                </a:solidFill>
                <a:latin typeface="Inter"/>
                <a:ea typeface="Inter"/>
                <a:cs typeface="Inter"/>
              </a:defRPr>
            </a:lvl2pPr>
            <a:lvl3pPr>
              <a:defRPr sz="2025" b="0">
                <a:solidFill>
                  <a:srgbClr val="606975"/>
                </a:solidFill>
                <a:latin typeface="Inter"/>
                <a:ea typeface="Inter"/>
                <a:cs typeface="Inter"/>
              </a:defRPr>
            </a:lvl3pPr>
            <a:lvl4pPr>
              <a:defRPr sz="2025" b="0">
                <a:solidFill>
                  <a:srgbClr val="606975"/>
                </a:solidFill>
                <a:latin typeface="Inter"/>
                <a:ea typeface="Inter"/>
                <a:cs typeface="Inter"/>
              </a:defRPr>
            </a:lvl4pPr>
            <a:lvl5pPr>
              <a:defRPr sz="2025" b="0">
                <a:solidFill>
                  <a:srgbClr val="606975"/>
                </a:solidFill>
                <a:latin typeface="Inter"/>
                <a:ea typeface="Inter"/>
                <a:cs typeface="Inter"/>
              </a:defRPr>
            </a:lvl5pPr>
            <a:lvl6pPr>
              <a:defRPr sz="2025" b="0">
                <a:solidFill>
                  <a:srgbClr val="606975"/>
                </a:solidFill>
                <a:latin typeface="Inter"/>
                <a:ea typeface="Inter"/>
                <a:cs typeface="Inter"/>
              </a:defRPr>
            </a:lvl6pPr>
            <a:lvl7pPr>
              <a:defRPr sz="2025" b="0">
                <a:solidFill>
                  <a:srgbClr val="606975"/>
                </a:solidFill>
                <a:latin typeface="Inter"/>
                <a:ea typeface="Inter"/>
                <a:cs typeface="Inter"/>
              </a:defRPr>
            </a:lvl7pPr>
            <a:lvl8pPr>
              <a:defRPr sz="2025" b="0">
                <a:solidFill>
                  <a:srgbClr val="606975"/>
                </a:solidFill>
                <a:latin typeface="Inter"/>
                <a:ea typeface="Inter"/>
                <a:cs typeface="Inter"/>
              </a:defRPr>
            </a:lvl8pPr>
            <a:lvl9pPr>
              <a:defRPr sz="2025" b="0">
                <a:solidFill>
                  <a:srgbClr val="606975"/>
                </a:solidFill>
                <a:latin typeface="Inter"/>
                <a:ea typeface="Inter"/>
                <a:cs typeface="Inter"/>
              </a:defRPr>
            </a:lvl9pPr>
          </a:lstStyle>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Отель или городской сервис</a:t>
            </a:r>
          </a:p>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как канал знакомства</a:t>
            </a:r>
          </a:p>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с продуктом</a:t>
            </a:r>
          </a:p>
        </p:txBody>
      </p:sp>
      <p:sp>
        <p:nvSpPr>
          <p:cNvPr id="6" name="Гипотеза монетизации">
            <a:extLst xmlns:a="http://schemas.openxmlformats.org/drawingml/2006/main">
              <a:ext uri="{FF2B5EF4-FFF2-40B4-BE49-F238E27FC236}">
                <a16:creationId xmlns:a16="http://schemas.microsoft.com/office/drawing/2014/main" id="{1A7C344E-1F63-4831-A9DB-AE352427C703}"/>
              </a:ext>
            </a:extLst>
          </p:cNvPr>
          <p:cNvSpPr>
            <a:spLocks xmlns:a="http://schemas.openxmlformats.org/drawingml/2006/main" noGrp="1"/>
          </p:cNvSpPr>
          <p:nvPr/>
        </p:nvSpPr>
        <p:spPr>
          <a:xfrm xmlns:a="http://schemas.openxmlformats.org/drawingml/2006/main">
            <a:off x="7429500" y="4019550"/>
            <a:ext cx="411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2026"/>
                </a:solidFill>
                <a:latin typeface="Inter"/>
                <a:ea typeface="Inter"/>
                <a:cs typeface="Inter"/>
              </a:defRPr>
            </a:defPPr>
            <a:lvl1pPr>
              <a:defRPr sz="2175" b="1">
                <a:solidFill>
                  <a:srgbClr val="1D2026"/>
                </a:solidFill>
                <a:latin typeface="Inter"/>
                <a:ea typeface="Inter"/>
                <a:cs typeface="Inter"/>
              </a:defRPr>
            </a:lvl1pPr>
            <a:lvl2pPr>
              <a:defRPr sz="2175" b="1">
                <a:solidFill>
                  <a:srgbClr val="1D2026"/>
                </a:solidFill>
                <a:latin typeface="Inter"/>
                <a:ea typeface="Inter"/>
                <a:cs typeface="Inter"/>
              </a:defRPr>
            </a:lvl2pPr>
            <a:lvl3pPr>
              <a:defRPr sz="2175" b="1">
                <a:solidFill>
                  <a:srgbClr val="1D2026"/>
                </a:solidFill>
                <a:latin typeface="Inter"/>
                <a:ea typeface="Inter"/>
                <a:cs typeface="Inter"/>
              </a:defRPr>
            </a:lvl3pPr>
            <a:lvl4pPr>
              <a:defRPr sz="2175" b="1">
                <a:solidFill>
                  <a:srgbClr val="1D2026"/>
                </a:solidFill>
                <a:latin typeface="Inter"/>
                <a:ea typeface="Inter"/>
                <a:cs typeface="Inter"/>
              </a:defRPr>
            </a:lvl4pPr>
            <a:lvl5pPr>
              <a:defRPr sz="2175" b="1">
                <a:solidFill>
                  <a:srgbClr val="1D2026"/>
                </a:solidFill>
                <a:latin typeface="Inter"/>
                <a:ea typeface="Inter"/>
                <a:cs typeface="Inter"/>
              </a:defRPr>
            </a:lvl5pPr>
            <a:lvl6pPr>
              <a:defRPr sz="2175" b="1">
                <a:solidFill>
                  <a:srgbClr val="1D2026"/>
                </a:solidFill>
                <a:latin typeface="Inter"/>
                <a:ea typeface="Inter"/>
                <a:cs typeface="Inter"/>
              </a:defRPr>
            </a:lvl6pPr>
            <a:lvl7pPr>
              <a:defRPr sz="2175" b="1">
                <a:solidFill>
                  <a:srgbClr val="1D2026"/>
                </a:solidFill>
                <a:latin typeface="Inter"/>
                <a:ea typeface="Inter"/>
                <a:cs typeface="Inter"/>
              </a:defRPr>
            </a:lvl7pPr>
            <a:lvl8pPr>
              <a:defRPr sz="2175" b="1">
                <a:solidFill>
                  <a:srgbClr val="1D2026"/>
                </a:solidFill>
                <a:latin typeface="Inter"/>
                <a:ea typeface="Inter"/>
                <a:cs typeface="Inter"/>
              </a:defRPr>
            </a:lvl8pPr>
            <a:lvl9pPr>
              <a:defRPr sz="2175" b="1">
                <a:solidFill>
                  <a:srgbClr val="1D2026"/>
                </a:solidFill>
                <a:latin typeface="Inter"/>
                <a:ea typeface="Inter"/>
                <a:cs typeface="Inter"/>
              </a:defRPr>
            </a:lvl9pPr>
          </a:lstStyle>
          <a:p xmlns:a="http://schemas.openxmlformats.org/drawingml/2006/main">
            <a:pPr>
              <a:defRPr sz="2175" b="1">
                <a:solidFill>
                  <a:srgbClr val="1D2026"/>
                </a:solidFill>
                <a:latin typeface="Inter"/>
                <a:ea typeface="Inter"/>
                <a:cs typeface="Inter"/>
              </a:defRPr>
            </a:pPr>
            <a:r>
              <a:rPr sz="2175" b="1">
                <a:solidFill>
                  <a:srgbClr val="1D2026"/>
                </a:solidFill>
                <a:latin typeface="Inter"/>
                <a:ea typeface="Inter"/>
                <a:cs typeface="Inter"/>
              </a:rPr>
              <a:t>Гипотеза монетизации</a:t>
            </a:r>
          </a:p>
        </p:txBody>
      </p:sp>
      <p:sp>
        <p:nvSpPr>
          <p:cNvPr id="7" name="Обновление сведений&#10;и тематических подборок&#10;для партнёров">
            <a:extLst xmlns:a="http://schemas.openxmlformats.org/drawingml/2006/main">
              <a:ext uri="{FF2B5EF4-FFF2-40B4-BE49-F238E27FC236}">
                <a16:creationId xmlns:a16="http://schemas.microsoft.com/office/drawing/2014/main" id="{F1AF0BD0-5F2E-4575-BCFD-1B1F258809FD}"/>
              </a:ext>
            </a:extLst>
          </p:cNvPr>
          <p:cNvSpPr>
            <a:spLocks xmlns:a="http://schemas.openxmlformats.org/drawingml/2006/main" noGrp="1"/>
          </p:cNvSpPr>
          <p:nvPr/>
        </p:nvSpPr>
        <p:spPr>
          <a:xfrm xmlns:a="http://schemas.openxmlformats.org/drawingml/2006/main">
            <a:off x="7429500" y="4486275"/>
            <a:ext cx="4114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6975"/>
                </a:solidFill>
                <a:latin typeface="Inter"/>
                <a:ea typeface="Inter"/>
                <a:cs typeface="Inter"/>
              </a:defRPr>
            </a:defPPr>
            <a:lvl1pPr>
              <a:defRPr sz="2025" b="0">
                <a:solidFill>
                  <a:srgbClr val="606975"/>
                </a:solidFill>
                <a:latin typeface="Inter"/>
                <a:ea typeface="Inter"/>
                <a:cs typeface="Inter"/>
              </a:defRPr>
            </a:lvl1pPr>
            <a:lvl2pPr>
              <a:defRPr sz="2025" b="0">
                <a:solidFill>
                  <a:srgbClr val="606975"/>
                </a:solidFill>
                <a:latin typeface="Inter"/>
                <a:ea typeface="Inter"/>
                <a:cs typeface="Inter"/>
              </a:defRPr>
            </a:lvl2pPr>
            <a:lvl3pPr>
              <a:defRPr sz="2025" b="0">
                <a:solidFill>
                  <a:srgbClr val="606975"/>
                </a:solidFill>
                <a:latin typeface="Inter"/>
                <a:ea typeface="Inter"/>
                <a:cs typeface="Inter"/>
              </a:defRPr>
            </a:lvl3pPr>
            <a:lvl4pPr>
              <a:defRPr sz="2025" b="0">
                <a:solidFill>
                  <a:srgbClr val="606975"/>
                </a:solidFill>
                <a:latin typeface="Inter"/>
                <a:ea typeface="Inter"/>
                <a:cs typeface="Inter"/>
              </a:defRPr>
            </a:lvl4pPr>
            <a:lvl5pPr>
              <a:defRPr sz="2025" b="0">
                <a:solidFill>
                  <a:srgbClr val="606975"/>
                </a:solidFill>
                <a:latin typeface="Inter"/>
                <a:ea typeface="Inter"/>
                <a:cs typeface="Inter"/>
              </a:defRPr>
            </a:lvl5pPr>
            <a:lvl6pPr>
              <a:defRPr sz="2025" b="0">
                <a:solidFill>
                  <a:srgbClr val="606975"/>
                </a:solidFill>
                <a:latin typeface="Inter"/>
                <a:ea typeface="Inter"/>
                <a:cs typeface="Inter"/>
              </a:defRPr>
            </a:lvl6pPr>
            <a:lvl7pPr>
              <a:defRPr sz="2025" b="0">
                <a:solidFill>
                  <a:srgbClr val="606975"/>
                </a:solidFill>
                <a:latin typeface="Inter"/>
                <a:ea typeface="Inter"/>
                <a:cs typeface="Inter"/>
              </a:defRPr>
            </a:lvl7pPr>
            <a:lvl8pPr>
              <a:defRPr sz="2025" b="0">
                <a:solidFill>
                  <a:srgbClr val="606975"/>
                </a:solidFill>
                <a:latin typeface="Inter"/>
                <a:ea typeface="Inter"/>
                <a:cs typeface="Inter"/>
              </a:defRPr>
            </a:lvl8pPr>
            <a:lvl9pPr>
              <a:defRPr sz="2025" b="0">
                <a:solidFill>
                  <a:srgbClr val="606975"/>
                </a:solidFill>
                <a:latin typeface="Inter"/>
                <a:ea typeface="Inter"/>
                <a:cs typeface="Inter"/>
              </a:defRPr>
            </a:lvl9pPr>
          </a:lstStyle>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Обновление сведений</a:t>
            </a:r>
          </a:p>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и тематических подборок</a:t>
            </a:r>
          </a:p>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для партнёров</a:t>
            </a:r>
          </a:p>
        </p:txBody>
      </p:sp>
      <p:sp>
        <p:nvSpPr>
          <p:cNvPr id="8" name="Спрос, цена и партнёрства&#10;пока не подтверждены">
            <a:extLst xmlns:a="http://schemas.openxmlformats.org/drawingml/2006/main">
              <a:ext uri="{FF2B5EF4-FFF2-40B4-BE49-F238E27FC236}">
                <a16:creationId xmlns:a16="http://schemas.microsoft.com/office/drawing/2014/main" id="{7BB00987-4A05-44C3-9B5E-6C660CF96BBD}"/>
              </a:ext>
            </a:extLst>
          </p:cNvPr>
          <p:cNvSpPr>
            <a:spLocks xmlns:a="http://schemas.openxmlformats.org/drawingml/2006/main" noGrp="1"/>
          </p:cNvSpPr>
          <p:nvPr/>
        </p:nvSpPr>
        <p:spPr>
          <a:xfrm xmlns:a="http://schemas.openxmlformats.org/drawingml/2006/main">
            <a:off x="647700" y="5676900"/>
            <a:ext cx="5905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06975"/>
                </a:solidFill>
                <a:latin typeface="Inter"/>
                <a:ea typeface="Inter"/>
                <a:cs typeface="Inter"/>
              </a:defRPr>
            </a:defPPr>
            <a:lvl1pPr>
              <a:defRPr sz="1950" b="0">
                <a:solidFill>
                  <a:srgbClr val="606975"/>
                </a:solidFill>
                <a:latin typeface="Inter"/>
                <a:ea typeface="Inter"/>
                <a:cs typeface="Inter"/>
              </a:defRPr>
            </a:lvl1pPr>
            <a:lvl2pPr>
              <a:defRPr sz="1950" b="0">
                <a:solidFill>
                  <a:srgbClr val="606975"/>
                </a:solidFill>
                <a:latin typeface="Inter"/>
                <a:ea typeface="Inter"/>
                <a:cs typeface="Inter"/>
              </a:defRPr>
            </a:lvl2pPr>
            <a:lvl3pPr>
              <a:defRPr sz="1950" b="0">
                <a:solidFill>
                  <a:srgbClr val="606975"/>
                </a:solidFill>
                <a:latin typeface="Inter"/>
                <a:ea typeface="Inter"/>
                <a:cs typeface="Inter"/>
              </a:defRPr>
            </a:lvl3pPr>
            <a:lvl4pPr>
              <a:defRPr sz="1950" b="0">
                <a:solidFill>
                  <a:srgbClr val="606975"/>
                </a:solidFill>
                <a:latin typeface="Inter"/>
                <a:ea typeface="Inter"/>
                <a:cs typeface="Inter"/>
              </a:defRPr>
            </a:lvl4pPr>
            <a:lvl5pPr>
              <a:defRPr sz="1950" b="0">
                <a:solidFill>
                  <a:srgbClr val="606975"/>
                </a:solidFill>
                <a:latin typeface="Inter"/>
                <a:ea typeface="Inter"/>
                <a:cs typeface="Inter"/>
              </a:defRPr>
            </a:lvl5pPr>
            <a:lvl6pPr>
              <a:defRPr sz="1950" b="0">
                <a:solidFill>
                  <a:srgbClr val="606975"/>
                </a:solidFill>
                <a:latin typeface="Inter"/>
                <a:ea typeface="Inter"/>
                <a:cs typeface="Inter"/>
              </a:defRPr>
            </a:lvl6pPr>
            <a:lvl7pPr>
              <a:defRPr sz="1950" b="0">
                <a:solidFill>
                  <a:srgbClr val="606975"/>
                </a:solidFill>
                <a:latin typeface="Inter"/>
                <a:ea typeface="Inter"/>
                <a:cs typeface="Inter"/>
              </a:defRPr>
            </a:lvl7pPr>
            <a:lvl8pPr>
              <a:defRPr sz="1950" b="0">
                <a:solidFill>
                  <a:srgbClr val="606975"/>
                </a:solidFill>
                <a:latin typeface="Inter"/>
                <a:ea typeface="Inter"/>
                <a:cs typeface="Inter"/>
              </a:defRPr>
            </a:lvl8pPr>
            <a:lvl9pPr>
              <a:defRPr sz="1950" b="0">
                <a:solidFill>
                  <a:srgbClr val="606975"/>
                </a:solidFill>
                <a:latin typeface="Inter"/>
                <a:ea typeface="Inter"/>
                <a:cs typeface="Inter"/>
              </a:defRPr>
            </a:lvl9pPr>
          </a:lstStyle>
          <a:p xmlns:a="http://schemas.openxmlformats.org/drawingml/2006/main">
            <a:pPr>
              <a:defRPr sz="1950" b="0">
                <a:solidFill>
                  <a:srgbClr val="606975"/>
                </a:solidFill>
                <a:latin typeface="Inter"/>
                <a:ea typeface="Inter"/>
                <a:cs typeface="Inter"/>
              </a:defRPr>
            </a:pPr>
            <a:r>
              <a:rPr sz="1950" b="0">
                <a:solidFill>
                  <a:srgbClr val="606975"/>
                </a:solidFill>
                <a:latin typeface="Inter"/>
                <a:ea typeface="Inter"/>
                <a:cs typeface="Inter"/>
              </a:rPr>
              <a:t>Спрос, цена и партнёрства</a:t>
            </a:r>
          </a:p>
          <a:p xmlns:a="http://schemas.openxmlformats.org/drawingml/2006/main">
            <a:pPr>
              <a:defRPr sz="1950" b="0">
                <a:solidFill>
                  <a:srgbClr val="606975"/>
                </a:solidFill>
                <a:latin typeface="Inter"/>
                <a:ea typeface="Inter"/>
                <a:cs typeface="Inter"/>
              </a:defRPr>
            </a:pPr>
            <a:r>
              <a:rPr sz="1950" b="0">
                <a:solidFill>
                  <a:srgbClr val="606975"/>
                </a:solidFill>
                <a:latin typeface="Inter"/>
                <a:ea typeface="Inter"/>
                <a:cs typeface="Inter"/>
              </a:rPr>
              <a:t>пока не подтверждены</a:t>
            </a:r>
          </a:p>
        </p:txBody>
      </p:sp>
    </p:spTree>
    <p:extLst>
      <p:ext uri="{BB962C8B-B14F-4D97-AF65-F5344CB8AC3E}">
        <p14:creationId xmlns:p14="http://schemas.microsoft.com/office/powerpoint/2010/main" val="11588143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A9EC916-38E7-4D07-A2B9-5520815D2B01}"/>
              </a:ext>
            </a:extLst>
          </p:cNvPr>
          <p:cNvPicPr>
            <a:picLocks xmlns:a="http://schemas.openxmlformats.org/drawingml/2006/main" noChangeAspect="1"/>
          </p:cNvPicPr>
          <p:nvPr/>
        </p:nvPicPr>
        <p:blipFill>
          <a:blip xmlns:r="http://schemas.openxmlformats.org/officeDocument/2006/relationships" xmlns:a="http://schemas.openxmlformats.org/drawingml/2006/main" r:embed="R17b097235d4a43d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6040463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Семья, вылет и ночь">
            <a:extLst xmlns:a="http://schemas.openxmlformats.org/drawingml/2006/main">
              <a:ext uri="{FF2B5EF4-FFF2-40B4-BE49-F238E27FC236}">
                <a16:creationId xmlns:a16="http://schemas.microsoft.com/office/drawing/2014/main" id="{3F64A909-C5DC-4AB0-9E82-E6F400603038}"/>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D2026"/>
                </a:solidFill>
                <a:latin typeface="Inter"/>
                <a:ea typeface="Inter"/>
                <a:cs typeface="Inter"/>
              </a:defRPr>
            </a:defPPr>
            <a:lvl1pPr>
              <a:defRPr sz="3600" b="1">
                <a:solidFill>
                  <a:srgbClr val="1D2026"/>
                </a:solidFill>
                <a:latin typeface="Inter"/>
                <a:ea typeface="Inter"/>
                <a:cs typeface="Inter"/>
              </a:defRPr>
            </a:lvl1pPr>
            <a:lvl2pPr>
              <a:defRPr sz="3600" b="1">
                <a:solidFill>
                  <a:srgbClr val="1D2026"/>
                </a:solidFill>
                <a:latin typeface="Inter"/>
                <a:ea typeface="Inter"/>
                <a:cs typeface="Inter"/>
              </a:defRPr>
            </a:lvl2pPr>
            <a:lvl3pPr>
              <a:defRPr sz="3600" b="1">
                <a:solidFill>
                  <a:srgbClr val="1D2026"/>
                </a:solidFill>
                <a:latin typeface="Inter"/>
                <a:ea typeface="Inter"/>
                <a:cs typeface="Inter"/>
              </a:defRPr>
            </a:lvl3pPr>
            <a:lvl4pPr>
              <a:defRPr sz="3600" b="1">
                <a:solidFill>
                  <a:srgbClr val="1D2026"/>
                </a:solidFill>
                <a:latin typeface="Inter"/>
                <a:ea typeface="Inter"/>
                <a:cs typeface="Inter"/>
              </a:defRPr>
            </a:lvl4pPr>
            <a:lvl5pPr>
              <a:defRPr sz="3600" b="1">
                <a:solidFill>
                  <a:srgbClr val="1D2026"/>
                </a:solidFill>
                <a:latin typeface="Inter"/>
                <a:ea typeface="Inter"/>
                <a:cs typeface="Inter"/>
              </a:defRPr>
            </a:lvl5pPr>
            <a:lvl6pPr>
              <a:defRPr sz="3600" b="1">
                <a:solidFill>
                  <a:srgbClr val="1D2026"/>
                </a:solidFill>
                <a:latin typeface="Inter"/>
                <a:ea typeface="Inter"/>
                <a:cs typeface="Inter"/>
              </a:defRPr>
            </a:lvl6pPr>
            <a:lvl7pPr>
              <a:defRPr sz="3600" b="1">
                <a:solidFill>
                  <a:srgbClr val="1D2026"/>
                </a:solidFill>
                <a:latin typeface="Inter"/>
                <a:ea typeface="Inter"/>
                <a:cs typeface="Inter"/>
              </a:defRPr>
            </a:lvl7pPr>
            <a:lvl8pPr>
              <a:defRPr sz="3600" b="1">
                <a:solidFill>
                  <a:srgbClr val="1D2026"/>
                </a:solidFill>
                <a:latin typeface="Inter"/>
                <a:ea typeface="Inter"/>
                <a:cs typeface="Inter"/>
              </a:defRPr>
            </a:lvl8pPr>
            <a:lvl9pPr>
              <a:defRPr sz="3600" b="1">
                <a:solidFill>
                  <a:srgbClr val="1D2026"/>
                </a:solidFill>
                <a:latin typeface="Inter"/>
                <a:ea typeface="Inter"/>
                <a:cs typeface="Inter"/>
              </a:defRPr>
            </a:lvl9pPr>
          </a:lstStyle>
          <a:p xmlns:a="http://schemas.openxmlformats.org/drawingml/2006/main">
            <a:pPr>
              <a:defRPr sz="3600" b="1">
                <a:solidFill>
                  <a:srgbClr val="1D2026"/>
                </a:solidFill>
                <a:latin typeface="Inter"/>
                <a:ea typeface="Inter"/>
                <a:cs typeface="Inter"/>
              </a:defRPr>
            </a:pPr>
            <a:r>
              <a:rPr sz="3600" b="1">
                <a:solidFill>
                  <a:srgbClr val="1D2026"/>
                </a:solidFill>
                <a:latin typeface="Inter"/>
                <a:ea typeface="Inter"/>
                <a:cs typeface="Inter"/>
              </a:rPr>
              <a:t>Семья, вылет и ночь</a:t>
            </a:r>
          </a:p>
        </p:txBody>
      </p:sp>
      <p:pic>
        <p:nvPicPr>
          <p:cNvPr id="2" name="">
            <a:extLst xmlns:a="http://schemas.openxmlformats.org/drawingml/2006/main">
              <a:ext uri="{FF2B5EF4-FFF2-40B4-BE49-F238E27FC236}">
                <a16:creationId xmlns:a16="http://schemas.microsoft.com/office/drawing/2014/main" id="{F7EC5739-9836-4624-BFF2-00D701ABF724}"/>
              </a:ext>
            </a:extLst>
          </p:cNvPr>
          <p:cNvPicPr>
            <a:picLocks xmlns:a="http://schemas.openxmlformats.org/drawingml/2006/main" noChangeAspect="1"/>
          </p:cNvPicPr>
          <p:nvPr/>
        </p:nvPicPr>
        <p:blipFill>
          <a:blip xmlns:r="http://schemas.openxmlformats.org/officeDocument/2006/relationships" xmlns:a="http://schemas.openxmlformats.org/drawingml/2006/main" r:embed="R3589cda38d32489a"/>
          <a:stretch xmlns:a="http://schemas.openxmlformats.org/drawingml/2006/main"/>
        </p:blipFill>
        <p:spPr>
          <a:xfrm xmlns:a="http://schemas.openxmlformats.org/drawingml/2006/main">
            <a:off x="6191250" y="2807597"/>
            <a:ext cx="5391150" cy="210958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E53843C5-A102-42DD-BCBF-11860EEAD07C}"/>
              </a:ext>
            </a:extLst>
          </p:cNvPr>
          <p:cNvPicPr>
            <a:picLocks xmlns:a="http://schemas.openxmlformats.org/drawingml/2006/main" noChangeAspect="1"/>
          </p:cNvPicPr>
          <p:nvPr/>
        </p:nvPicPr>
        <p:blipFill>
          <a:blip xmlns:r="http://schemas.openxmlformats.org/officeDocument/2006/relationships" xmlns:a="http://schemas.openxmlformats.org/drawingml/2006/main" r:embed="Rbb053422ca514be5">
            <a:extLst>
              <a:ext uri="{96DAC541-7B7A-43D3-8B79-37D633B846F1}">
                <asvg:svgBlip xmlns:asvg="http://schemas.microsoft.com/office/drawing/2016/SVG/main" r:embed="R29fb0ba6997a44a2"/>
              </a:ext>
            </a:extLst>
          </a:blip>
          <a:stretch xmlns:a="http://schemas.openxmlformats.org/drawingml/2006/main"/>
        </p:blipFill>
        <p:spPr>
          <a:xfrm xmlns:a="http://schemas.openxmlformats.org/drawingml/2006/main">
            <a:off x="609600" y="1543050"/>
            <a:ext cx="457200" cy="457200"/>
          </a:xfrm>
          <a:prstGeom xmlns:a="http://schemas.openxmlformats.org/drawingml/2006/main" prst="rect">
            <a:avLst/>
          </a:prstGeom>
        </p:spPr>
      </p:pic>
      <p:sp>
        <p:nvSpPr>
          <p:cNvPr id="4" name="С ребёнком">
            <a:extLst xmlns:a="http://schemas.openxmlformats.org/drawingml/2006/main">
              <a:ext uri="{FF2B5EF4-FFF2-40B4-BE49-F238E27FC236}">
                <a16:creationId xmlns:a16="http://schemas.microsoft.com/office/drawing/2014/main" id="{82F4CBBD-42CF-4802-92A5-CA850F19F249}"/>
              </a:ext>
            </a:extLst>
          </p:cNvPr>
          <p:cNvSpPr>
            <a:spLocks xmlns:a="http://schemas.openxmlformats.org/drawingml/2006/main" noGrp="1"/>
          </p:cNvSpPr>
          <p:nvPr/>
        </p:nvSpPr>
        <p:spPr>
          <a:xfrm xmlns:a="http://schemas.openxmlformats.org/drawingml/2006/main">
            <a:off x="1257300" y="1543050"/>
            <a:ext cx="4695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2026"/>
                </a:solidFill>
                <a:latin typeface="Inter"/>
                <a:ea typeface="Inter"/>
                <a:cs typeface="Inter"/>
              </a:defRPr>
            </a:defPPr>
            <a:lvl1pPr>
              <a:defRPr sz="2175" b="1">
                <a:solidFill>
                  <a:srgbClr val="1D2026"/>
                </a:solidFill>
                <a:latin typeface="Inter"/>
                <a:ea typeface="Inter"/>
                <a:cs typeface="Inter"/>
              </a:defRPr>
            </a:lvl1pPr>
            <a:lvl2pPr>
              <a:defRPr sz="2175" b="1">
                <a:solidFill>
                  <a:srgbClr val="1D2026"/>
                </a:solidFill>
                <a:latin typeface="Inter"/>
                <a:ea typeface="Inter"/>
                <a:cs typeface="Inter"/>
              </a:defRPr>
            </a:lvl2pPr>
            <a:lvl3pPr>
              <a:defRPr sz="2175" b="1">
                <a:solidFill>
                  <a:srgbClr val="1D2026"/>
                </a:solidFill>
                <a:latin typeface="Inter"/>
                <a:ea typeface="Inter"/>
                <a:cs typeface="Inter"/>
              </a:defRPr>
            </a:lvl3pPr>
            <a:lvl4pPr>
              <a:defRPr sz="2175" b="1">
                <a:solidFill>
                  <a:srgbClr val="1D2026"/>
                </a:solidFill>
                <a:latin typeface="Inter"/>
                <a:ea typeface="Inter"/>
                <a:cs typeface="Inter"/>
              </a:defRPr>
            </a:lvl4pPr>
            <a:lvl5pPr>
              <a:defRPr sz="2175" b="1">
                <a:solidFill>
                  <a:srgbClr val="1D2026"/>
                </a:solidFill>
                <a:latin typeface="Inter"/>
                <a:ea typeface="Inter"/>
                <a:cs typeface="Inter"/>
              </a:defRPr>
            </a:lvl5pPr>
            <a:lvl6pPr>
              <a:defRPr sz="2175" b="1">
                <a:solidFill>
                  <a:srgbClr val="1D2026"/>
                </a:solidFill>
                <a:latin typeface="Inter"/>
                <a:ea typeface="Inter"/>
                <a:cs typeface="Inter"/>
              </a:defRPr>
            </a:lvl6pPr>
            <a:lvl7pPr>
              <a:defRPr sz="2175" b="1">
                <a:solidFill>
                  <a:srgbClr val="1D2026"/>
                </a:solidFill>
                <a:latin typeface="Inter"/>
                <a:ea typeface="Inter"/>
                <a:cs typeface="Inter"/>
              </a:defRPr>
            </a:lvl7pPr>
            <a:lvl8pPr>
              <a:defRPr sz="2175" b="1">
                <a:solidFill>
                  <a:srgbClr val="1D2026"/>
                </a:solidFill>
                <a:latin typeface="Inter"/>
                <a:ea typeface="Inter"/>
                <a:cs typeface="Inter"/>
              </a:defRPr>
            </a:lvl8pPr>
            <a:lvl9pPr>
              <a:defRPr sz="2175" b="1">
                <a:solidFill>
                  <a:srgbClr val="1D2026"/>
                </a:solidFill>
                <a:latin typeface="Inter"/>
                <a:ea typeface="Inter"/>
                <a:cs typeface="Inter"/>
              </a:defRPr>
            </a:lvl9pPr>
          </a:lstStyle>
          <a:p xmlns:a="http://schemas.openxmlformats.org/drawingml/2006/main">
            <a:pPr>
              <a:defRPr sz="2175" b="1">
                <a:solidFill>
                  <a:srgbClr val="1D2026"/>
                </a:solidFill>
                <a:latin typeface="Inter"/>
                <a:ea typeface="Inter"/>
                <a:cs typeface="Inter"/>
              </a:defRPr>
            </a:pPr>
            <a:r>
              <a:rPr sz="2175" b="1">
                <a:solidFill>
                  <a:srgbClr val="1D2026"/>
                </a:solidFill>
                <a:latin typeface="Inter"/>
                <a:ea typeface="Inter"/>
                <a:cs typeface="Inter"/>
              </a:rPr>
              <a:t>С ребёнком</a:t>
            </a:r>
          </a:p>
        </p:txBody>
      </p:sp>
      <p:sp>
        <p:nvSpPr>
          <p:cNvPr id="5" name="Семейные места и размер группы">
            <a:extLst xmlns:a="http://schemas.openxmlformats.org/drawingml/2006/main">
              <a:ext uri="{FF2B5EF4-FFF2-40B4-BE49-F238E27FC236}">
                <a16:creationId xmlns:a16="http://schemas.microsoft.com/office/drawing/2014/main" id="{A70AFD48-E9FE-4AA7-B86D-A39FA09AEA97}"/>
              </a:ext>
            </a:extLst>
          </p:cNvPr>
          <p:cNvSpPr>
            <a:spLocks xmlns:a="http://schemas.openxmlformats.org/drawingml/2006/main" noGrp="1"/>
          </p:cNvSpPr>
          <p:nvPr/>
        </p:nvSpPr>
        <p:spPr>
          <a:xfrm xmlns:a="http://schemas.openxmlformats.org/drawingml/2006/main">
            <a:off x="1257300" y="1990725"/>
            <a:ext cx="46958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6975"/>
                </a:solidFill>
                <a:latin typeface="Inter"/>
                <a:ea typeface="Inter"/>
                <a:cs typeface="Inter"/>
              </a:defRPr>
            </a:defPPr>
            <a:lvl1pPr>
              <a:defRPr sz="2025" b="0">
                <a:solidFill>
                  <a:srgbClr val="606975"/>
                </a:solidFill>
                <a:latin typeface="Inter"/>
                <a:ea typeface="Inter"/>
                <a:cs typeface="Inter"/>
              </a:defRPr>
            </a:lvl1pPr>
            <a:lvl2pPr>
              <a:defRPr sz="2025" b="0">
                <a:solidFill>
                  <a:srgbClr val="606975"/>
                </a:solidFill>
                <a:latin typeface="Inter"/>
                <a:ea typeface="Inter"/>
                <a:cs typeface="Inter"/>
              </a:defRPr>
            </a:lvl2pPr>
            <a:lvl3pPr>
              <a:defRPr sz="2025" b="0">
                <a:solidFill>
                  <a:srgbClr val="606975"/>
                </a:solidFill>
                <a:latin typeface="Inter"/>
                <a:ea typeface="Inter"/>
                <a:cs typeface="Inter"/>
              </a:defRPr>
            </a:lvl3pPr>
            <a:lvl4pPr>
              <a:defRPr sz="2025" b="0">
                <a:solidFill>
                  <a:srgbClr val="606975"/>
                </a:solidFill>
                <a:latin typeface="Inter"/>
                <a:ea typeface="Inter"/>
                <a:cs typeface="Inter"/>
              </a:defRPr>
            </a:lvl4pPr>
            <a:lvl5pPr>
              <a:defRPr sz="2025" b="0">
                <a:solidFill>
                  <a:srgbClr val="606975"/>
                </a:solidFill>
                <a:latin typeface="Inter"/>
                <a:ea typeface="Inter"/>
                <a:cs typeface="Inter"/>
              </a:defRPr>
            </a:lvl5pPr>
            <a:lvl6pPr>
              <a:defRPr sz="2025" b="0">
                <a:solidFill>
                  <a:srgbClr val="606975"/>
                </a:solidFill>
                <a:latin typeface="Inter"/>
                <a:ea typeface="Inter"/>
                <a:cs typeface="Inter"/>
              </a:defRPr>
            </a:lvl6pPr>
            <a:lvl7pPr>
              <a:defRPr sz="2025" b="0">
                <a:solidFill>
                  <a:srgbClr val="606975"/>
                </a:solidFill>
                <a:latin typeface="Inter"/>
                <a:ea typeface="Inter"/>
                <a:cs typeface="Inter"/>
              </a:defRPr>
            </a:lvl7pPr>
            <a:lvl8pPr>
              <a:defRPr sz="2025" b="0">
                <a:solidFill>
                  <a:srgbClr val="606975"/>
                </a:solidFill>
                <a:latin typeface="Inter"/>
                <a:ea typeface="Inter"/>
                <a:cs typeface="Inter"/>
              </a:defRPr>
            </a:lvl8pPr>
            <a:lvl9pPr>
              <a:defRPr sz="2025" b="0">
                <a:solidFill>
                  <a:srgbClr val="606975"/>
                </a:solidFill>
                <a:latin typeface="Inter"/>
                <a:ea typeface="Inter"/>
                <a:cs typeface="Inter"/>
              </a:defRPr>
            </a:lvl9pPr>
          </a:lstStyle>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Семейные места и размер группы</a:t>
            </a:r>
          </a:p>
        </p:txBody>
      </p:sp>
      <p:pic>
        <p:nvPicPr>
          <p:cNvPr id="6" name="">
            <a:extLst xmlns:a="http://schemas.openxmlformats.org/drawingml/2006/main">
              <a:ext uri="{FF2B5EF4-FFF2-40B4-BE49-F238E27FC236}">
                <a16:creationId xmlns:a16="http://schemas.microsoft.com/office/drawing/2014/main" id="{C6A7C897-1FF4-4824-A067-90B977CA4C82}"/>
              </a:ext>
            </a:extLst>
          </p:cNvPr>
          <p:cNvPicPr>
            <a:picLocks xmlns:a="http://schemas.openxmlformats.org/drawingml/2006/main" noChangeAspect="1"/>
          </p:cNvPicPr>
          <p:nvPr/>
        </p:nvPicPr>
        <p:blipFill>
          <a:blip xmlns:r="http://schemas.openxmlformats.org/officeDocument/2006/relationships" xmlns:a="http://schemas.openxmlformats.org/drawingml/2006/main" r:embed="R992b74062b744344">
            <a:extLst>
              <a:ext uri="{96DAC541-7B7A-43D3-8B79-37D633B846F1}">
                <asvg:svgBlip xmlns:asvg="http://schemas.microsoft.com/office/drawing/2016/SVG/main" r:embed="R8c5db42aa55f4dc0"/>
              </a:ext>
            </a:extLst>
          </a:blip>
          <a:stretch xmlns:a="http://schemas.openxmlformats.org/drawingml/2006/main"/>
        </p:blipFill>
        <p:spPr>
          <a:xfrm xmlns:a="http://schemas.openxmlformats.org/drawingml/2006/main">
            <a:off x="609600" y="3048000"/>
            <a:ext cx="457200" cy="457200"/>
          </a:xfrm>
          <a:prstGeom xmlns:a="http://schemas.openxmlformats.org/drawingml/2006/main" prst="rect">
            <a:avLst/>
          </a:prstGeom>
        </p:spPr>
      </p:pic>
      <p:sp>
        <p:nvSpPr>
          <p:cNvPr id="7" name="Два часа перед вылетом">
            <a:extLst xmlns:a="http://schemas.openxmlformats.org/drawingml/2006/main">
              <a:ext uri="{FF2B5EF4-FFF2-40B4-BE49-F238E27FC236}">
                <a16:creationId xmlns:a16="http://schemas.microsoft.com/office/drawing/2014/main" id="{4974645F-CC77-4A03-81F9-E791F4119674}"/>
              </a:ext>
            </a:extLst>
          </p:cNvPr>
          <p:cNvSpPr>
            <a:spLocks xmlns:a="http://schemas.openxmlformats.org/drawingml/2006/main" noGrp="1"/>
          </p:cNvSpPr>
          <p:nvPr/>
        </p:nvSpPr>
        <p:spPr>
          <a:xfrm xmlns:a="http://schemas.openxmlformats.org/drawingml/2006/main">
            <a:off x="1257300" y="3048000"/>
            <a:ext cx="4695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2026"/>
                </a:solidFill>
                <a:latin typeface="Inter"/>
                <a:ea typeface="Inter"/>
                <a:cs typeface="Inter"/>
              </a:defRPr>
            </a:defPPr>
            <a:lvl1pPr>
              <a:defRPr sz="2175" b="1">
                <a:solidFill>
                  <a:srgbClr val="1D2026"/>
                </a:solidFill>
                <a:latin typeface="Inter"/>
                <a:ea typeface="Inter"/>
                <a:cs typeface="Inter"/>
              </a:defRPr>
            </a:lvl1pPr>
            <a:lvl2pPr>
              <a:defRPr sz="2175" b="1">
                <a:solidFill>
                  <a:srgbClr val="1D2026"/>
                </a:solidFill>
                <a:latin typeface="Inter"/>
                <a:ea typeface="Inter"/>
                <a:cs typeface="Inter"/>
              </a:defRPr>
            </a:lvl2pPr>
            <a:lvl3pPr>
              <a:defRPr sz="2175" b="1">
                <a:solidFill>
                  <a:srgbClr val="1D2026"/>
                </a:solidFill>
                <a:latin typeface="Inter"/>
                <a:ea typeface="Inter"/>
                <a:cs typeface="Inter"/>
              </a:defRPr>
            </a:lvl3pPr>
            <a:lvl4pPr>
              <a:defRPr sz="2175" b="1">
                <a:solidFill>
                  <a:srgbClr val="1D2026"/>
                </a:solidFill>
                <a:latin typeface="Inter"/>
                <a:ea typeface="Inter"/>
                <a:cs typeface="Inter"/>
              </a:defRPr>
            </a:lvl4pPr>
            <a:lvl5pPr>
              <a:defRPr sz="2175" b="1">
                <a:solidFill>
                  <a:srgbClr val="1D2026"/>
                </a:solidFill>
                <a:latin typeface="Inter"/>
                <a:ea typeface="Inter"/>
                <a:cs typeface="Inter"/>
              </a:defRPr>
            </a:lvl5pPr>
            <a:lvl6pPr>
              <a:defRPr sz="2175" b="1">
                <a:solidFill>
                  <a:srgbClr val="1D2026"/>
                </a:solidFill>
                <a:latin typeface="Inter"/>
                <a:ea typeface="Inter"/>
                <a:cs typeface="Inter"/>
              </a:defRPr>
            </a:lvl6pPr>
            <a:lvl7pPr>
              <a:defRPr sz="2175" b="1">
                <a:solidFill>
                  <a:srgbClr val="1D2026"/>
                </a:solidFill>
                <a:latin typeface="Inter"/>
                <a:ea typeface="Inter"/>
                <a:cs typeface="Inter"/>
              </a:defRPr>
            </a:lvl7pPr>
            <a:lvl8pPr>
              <a:defRPr sz="2175" b="1">
                <a:solidFill>
                  <a:srgbClr val="1D2026"/>
                </a:solidFill>
                <a:latin typeface="Inter"/>
                <a:ea typeface="Inter"/>
                <a:cs typeface="Inter"/>
              </a:defRPr>
            </a:lvl8pPr>
            <a:lvl9pPr>
              <a:defRPr sz="2175" b="1">
                <a:solidFill>
                  <a:srgbClr val="1D2026"/>
                </a:solidFill>
                <a:latin typeface="Inter"/>
                <a:ea typeface="Inter"/>
                <a:cs typeface="Inter"/>
              </a:defRPr>
            </a:lvl9pPr>
          </a:lstStyle>
          <a:p xmlns:a="http://schemas.openxmlformats.org/drawingml/2006/main">
            <a:pPr>
              <a:defRPr sz="2175" b="1">
                <a:solidFill>
                  <a:srgbClr val="1D2026"/>
                </a:solidFill>
                <a:latin typeface="Inter"/>
                <a:ea typeface="Inter"/>
                <a:cs typeface="Inter"/>
              </a:defRPr>
            </a:pPr>
            <a:r>
              <a:rPr sz="2175" b="1">
                <a:solidFill>
                  <a:srgbClr val="1D2026"/>
                </a:solidFill>
                <a:latin typeface="Inter"/>
                <a:ea typeface="Inter"/>
                <a:cs typeface="Inter"/>
              </a:rPr>
              <a:t>Два часа перед вылетом</a:t>
            </a:r>
          </a:p>
        </p:txBody>
      </p:sp>
      <p:sp>
        <p:nvSpPr>
          <p:cNvPr id="8" name="Уточнение дороги + резерв 90 минут">
            <a:extLst xmlns:a="http://schemas.openxmlformats.org/drawingml/2006/main">
              <a:ext uri="{FF2B5EF4-FFF2-40B4-BE49-F238E27FC236}">
                <a16:creationId xmlns:a16="http://schemas.microsoft.com/office/drawing/2014/main" id="{2323E881-AC70-4285-93DD-9CBE46439E6E}"/>
              </a:ext>
            </a:extLst>
          </p:cNvPr>
          <p:cNvSpPr>
            <a:spLocks xmlns:a="http://schemas.openxmlformats.org/drawingml/2006/main" noGrp="1"/>
          </p:cNvSpPr>
          <p:nvPr/>
        </p:nvSpPr>
        <p:spPr>
          <a:xfrm xmlns:a="http://schemas.openxmlformats.org/drawingml/2006/main">
            <a:off x="1257300" y="3495675"/>
            <a:ext cx="46958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6975"/>
                </a:solidFill>
                <a:latin typeface="Inter"/>
                <a:ea typeface="Inter"/>
                <a:cs typeface="Inter"/>
              </a:defRPr>
            </a:defPPr>
            <a:lvl1pPr>
              <a:defRPr sz="2025" b="0">
                <a:solidFill>
                  <a:srgbClr val="606975"/>
                </a:solidFill>
                <a:latin typeface="Inter"/>
                <a:ea typeface="Inter"/>
                <a:cs typeface="Inter"/>
              </a:defRPr>
            </a:lvl1pPr>
            <a:lvl2pPr>
              <a:defRPr sz="2025" b="0">
                <a:solidFill>
                  <a:srgbClr val="606975"/>
                </a:solidFill>
                <a:latin typeface="Inter"/>
                <a:ea typeface="Inter"/>
                <a:cs typeface="Inter"/>
              </a:defRPr>
            </a:lvl2pPr>
            <a:lvl3pPr>
              <a:defRPr sz="2025" b="0">
                <a:solidFill>
                  <a:srgbClr val="606975"/>
                </a:solidFill>
                <a:latin typeface="Inter"/>
                <a:ea typeface="Inter"/>
                <a:cs typeface="Inter"/>
              </a:defRPr>
            </a:lvl3pPr>
            <a:lvl4pPr>
              <a:defRPr sz="2025" b="0">
                <a:solidFill>
                  <a:srgbClr val="606975"/>
                </a:solidFill>
                <a:latin typeface="Inter"/>
                <a:ea typeface="Inter"/>
                <a:cs typeface="Inter"/>
              </a:defRPr>
            </a:lvl4pPr>
            <a:lvl5pPr>
              <a:defRPr sz="2025" b="0">
                <a:solidFill>
                  <a:srgbClr val="606975"/>
                </a:solidFill>
                <a:latin typeface="Inter"/>
                <a:ea typeface="Inter"/>
                <a:cs typeface="Inter"/>
              </a:defRPr>
            </a:lvl5pPr>
            <a:lvl6pPr>
              <a:defRPr sz="2025" b="0">
                <a:solidFill>
                  <a:srgbClr val="606975"/>
                </a:solidFill>
                <a:latin typeface="Inter"/>
                <a:ea typeface="Inter"/>
                <a:cs typeface="Inter"/>
              </a:defRPr>
            </a:lvl6pPr>
            <a:lvl7pPr>
              <a:defRPr sz="2025" b="0">
                <a:solidFill>
                  <a:srgbClr val="606975"/>
                </a:solidFill>
                <a:latin typeface="Inter"/>
                <a:ea typeface="Inter"/>
                <a:cs typeface="Inter"/>
              </a:defRPr>
            </a:lvl7pPr>
            <a:lvl8pPr>
              <a:defRPr sz="2025" b="0">
                <a:solidFill>
                  <a:srgbClr val="606975"/>
                </a:solidFill>
                <a:latin typeface="Inter"/>
                <a:ea typeface="Inter"/>
                <a:cs typeface="Inter"/>
              </a:defRPr>
            </a:lvl8pPr>
            <a:lvl9pPr>
              <a:defRPr sz="2025" b="0">
                <a:solidFill>
                  <a:srgbClr val="606975"/>
                </a:solidFill>
                <a:latin typeface="Inter"/>
                <a:ea typeface="Inter"/>
                <a:cs typeface="Inter"/>
              </a:defRPr>
            </a:lvl9pPr>
          </a:lstStyle>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Уточнение дороги + резерв 90 минут</a:t>
            </a:r>
          </a:p>
        </p:txBody>
      </p:sp>
      <p:pic>
        <p:nvPicPr>
          <p:cNvPr id="9" name="">
            <a:extLst xmlns:a="http://schemas.openxmlformats.org/drawingml/2006/main">
              <a:ext uri="{FF2B5EF4-FFF2-40B4-BE49-F238E27FC236}">
                <a16:creationId xmlns:a16="http://schemas.microsoft.com/office/drawing/2014/main" id="{65A2783D-CE32-4986-BBB0-4558A7878A21}"/>
              </a:ext>
            </a:extLst>
          </p:cNvPr>
          <p:cNvPicPr>
            <a:picLocks xmlns:a="http://schemas.openxmlformats.org/drawingml/2006/main" noChangeAspect="1"/>
          </p:cNvPicPr>
          <p:nvPr/>
        </p:nvPicPr>
        <p:blipFill>
          <a:blip xmlns:r="http://schemas.openxmlformats.org/officeDocument/2006/relationships" xmlns:a="http://schemas.openxmlformats.org/drawingml/2006/main" r:embed="Rc3fbd8e9e1a647e2">
            <a:extLst>
              <a:ext uri="{96DAC541-7B7A-43D3-8B79-37D633B846F1}">
                <asvg:svgBlip xmlns:asvg="http://schemas.microsoft.com/office/drawing/2016/SVG/main" r:embed="R0d76acd0d12a4f52"/>
              </a:ext>
            </a:extLst>
          </a:blip>
          <a:stretch xmlns:a="http://schemas.openxmlformats.org/drawingml/2006/main"/>
        </p:blipFill>
        <p:spPr>
          <a:xfrm xmlns:a="http://schemas.openxmlformats.org/drawingml/2006/main">
            <a:off x="609600" y="4552950"/>
            <a:ext cx="457200" cy="457200"/>
          </a:xfrm>
          <a:prstGeom xmlns:a="http://schemas.openxmlformats.org/drawingml/2006/main" prst="rect">
            <a:avLst/>
          </a:prstGeom>
        </p:spPr>
      </p:pic>
      <p:sp>
        <p:nvSpPr>
          <p:cNvPr id="10" name="Ночная активность">
            <a:extLst xmlns:a="http://schemas.openxmlformats.org/drawingml/2006/main">
              <a:ext uri="{FF2B5EF4-FFF2-40B4-BE49-F238E27FC236}">
                <a16:creationId xmlns:a16="http://schemas.microsoft.com/office/drawing/2014/main" id="{D9490FAC-9BEE-4F1E-A679-191F242406EB}"/>
              </a:ext>
            </a:extLst>
          </p:cNvPr>
          <p:cNvSpPr>
            <a:spLocks xmlns:a="http://schemas.openxmlformats.org/drawingml/2006/main" noGrp="1"/>
          </p:cNvSpPr>
          <p:nvPr/>
        </p:nvSpPr>
        <p:spPr>
          <a:xfrm xmlns:a="http://schemas.openxmlformats.org/drawingml/2006/main">
            <a:off x="1257300" y="4552950"/>
            <a:ext cx="4695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2026"/>
                </a:solidFill>
                <a:latin typeface="Inter"/>
                <a:ea typeface="Inter"/>
                <a:cs typeface="Inter"/>
              </a:defRPr>
            </a:defPPr>
            <a:lvl1pPr>
              <a:defRPr sz="2175" b="1">
                <a:solidFill>
                  <a:srgbClr val="1D2026"/>
                </a:solidFill>
                <a:latin typeface="Inter"/>
                <a:ea typeface="Inter"/>
                <a:cs typeface="Inter"/>
              </a:defRPr>
            </a:lvl1pPr>
            <a:lvl2pPr>
              <a:defRPr sz="2175" b="1">
                <a:solidFill>
                  <a:srgbClr val="1D2026"/>
                </a:solidFill>
                <a:latin typeface="Inter"/>
                <a:ea typeface="Inter"/>
                <a:cs typeface="Inter"/>
              </a:defRPr>
            </a:lvl2pPr>
            <a:lvl3pPr>
              <a:defRPr sz="2175" b="1">
                <a:solidFill>
                  <a:srgbClr val="1D2026"/>
                </a:solidFill>
                <a:latin typeface="Inter"/>
                <a:ea typeface="Inter"/>
                <a:cs typeface="Inter"/>
              </a:defRPr>
            </a:lvl3pPr>
            <a:lvl4pPr>
              <a:defRPr sz="2175" b="1">
                <a:solidFill>
                  <a:srgbClr val="1D2026"/>
                </a:solidFill>
                <a:latin typeface="Inter"/>
                <a:ea typeface="Inter"/>
                <a:cs typeface="Inter"/>
              </a:defRPr>
            </a:lvl4pPr>
            <a:lvl5pPr>
              <a:defRPr sz="2175" b="1">
                <a:solidFill>
                  <a:srgbClr val="1D2026"/>
                </a:solidFill>
                <a:latin typeface="Inter"/>
                <a:ea typeface="Inter"/>
                <a:cs typeface="Inter"/>
              </a:defRPr>
            </a:lvl5pPr>
            <a:lvl6pPr>
              <a:defRPr sz="2175" b="1">
                <a:solidFill>
                  <a:srgbClr val="1D2026"/>
                </a:solidFill>
                <a:latin typeface="Inter"/>
                <a:ea typeface="Inter"/>
                <a:cs typeface="Inter"/>
              </a:defRPr>
            </a:lvl6pPr>
            <a:lvl7pPr>
              <a:defRPr sz="2175" b="1">
                <a:solidFill>
                  <a:srgbClr val="1D2026"/>
                </a:solidFill>
                <a:latin typeface="Inter"/>
                <a:ea typeface="Inter"/>
                <a:cs typeface="Inter"/>
              </a:defRPr>
            </a:lvl7pPr>
            <a:lvl8pPr>
              <a:defRPr sz="2175" b="1">
                <a:solidFill>
                  <a:srgbClr val="1D2026"/>
                </a:solidFill>
                <a:latin typeface="Inter"/>
                <a:ea typeface="Inter"/>
                <a:cs typeface="Inter"/>
              </a:defRPr>
            </a:lvl8pPr>
            <a:lvl9pPr>
              <a:defRPr sz="2175" b="1">
                <a:solidFill>
                  <a:srgbClr val="1D2026"/>
                </a:solidFill>
                <a:latin typeface="Inter"/>
                <a:ea typeface="Inter"/>
                <a:cs typeface="Inter"/>
              </a:defRPr>
            </a:lvl9pPr>
          </a:lstStyle>
          <a:p xmlns:a="http://schemas.openxmlformats.org/drawingml/2006/main">
            <a:pPr>
              <a:defRPr sz="2175" b="1">
                <a:solidFill>
                  <a:srgbClr val="1D2026"/>
                </a:solidFill>
                <a:latin typeface="Inter"/>
                <a:ea typeface="Inter"/>
                <a:cs typeface="Inter"/>
              </a:defRPr>
            </a:pPr>
            <a:r>
              <a:rPr sz="2175" b="1">
                <a:solidFill>
                  <a:srgbClr val="1D2026"/>
                </a:solidFill>
                <a:latin typeface="Inter"/>
                <a:ea typeface="Inter"/>
                <a:cs typeface="Inter"/>
              </a:rPr>
              <a:t>Ночная активность</a:t>
            </a:r>
          </a:p>
        </p:txBody>
      </p:sp>
      <p:sp>
        <p:nvSpPr>
          <p:cNvPr id="11" name="Только подходящие известные часы">
            <a:extLst xmlns:a="http://schemas.openxmlformats.org/drawingml/2006/main">
              <a:ext uri="{FF2B5EF4-FFF2-40B4-BE49-F238E27FC236}">
                <a16:creationId xmlns:a16="http://schemas.microsoft.com/office/drawing/2014/main" id="{CE26F0F5-CA3A-493A-8CB1-76D3E5D75899}"/>
              </a:ext>
            </a:extLst>
          </p:cNvPr>
          <p:cNvSpPr>
            <a:spLocks xmlns:a="http://schemas.openxmlformats.org/drawingml/2006/main" noGrp="1"/>
          </p:cNvSpPr>
          <p:nvPr/>
        </p:nvSpPr>
        <p:spPr>
          <a:xfrm xmlns:a="http://schemas.openxmlformats.org/drawingml/2006/main">
            <a:off x="1257300" y="5000625"/>
            <a:ext cx="46958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6975"/>
                </a:solidFill>
                <a:latin typeface="Inter"/>
                <a:ea typeface="Inter"/>
                <a:cs typeface="Inter"/>
              </a:defRPr>
            </a:defPPr>
            <a:lvl1pPr>
              <a:defRPr sz="2025" b="0">
                <a:solidFill>
                  <a:srgbClr val="606975"/>
                </a:solidFill>
                <a:latin typeface="Inter"/>
                <a:ea typeface="Inter"/>
                <a:cs typeface="Inter"/>
              </a:defRPr>
            </a:lvl1pPr>
            <a:lvl2pPr>
              <a:defRPr sz="2025" b="0">
                <a:solidFill>
                  <a:srgbClr val="606975"/>
                </a:solidFill>
                <a:latin typeface="Inter"/>
                <a:ea typeface="Inter"/>
                <a:cs typeface="Inter"/>
              </a:defRPr>
            </a:lvl2pPr>
            <a:lvl3pPr>
              <a:defRPr sz="2025" b="0">
                <a:solidFill>
                  <a:srgbClr val="606975"/>
                </a:solidFill>
                <a:latin typeface="Inter"/>
                <a:ea typeface="Inter"/>
                <a:cs typeface="Inter"/>
              </a:defRPr>
            </a:lvl3pPr>
            <a:lvl4pPr>
              <a:defRPr sz="2025" b="0">
                <a:solidFill>
                  <a:srgbClr val="606975"/>
                </a:solidFill>
                <a:latin typeface="Inter"/>
                <a:ea typeface="Inter"/>
                <a:cs typeface="Inter"/>
              </a:defRPr>
            </a:lvl4pPr>
            <a:lvl5pPr>
              <a:defRPr sz="2025" b="0">
                <a:solidFill>
                  <a:srgbClr val="606975"/>
                </a:solidFill>
                <a:latin typeface="Inter"/>
                <a:ea typeface="Inter"/>
                <a:cs typeface="Inter"/>
              </a:defRPr>
            </a:lvl5pPr>
            <a:lvl6pPr>
              <a:defRPr sz="2025" b="0">
                <a:solidFill>
                  <a:srgbClr val="606975"/>
                </a:solidFill>
                <a:latin typeface="Inter"/>
                <a:ea typeface="Inter"/>
                <a:cs typeface="Inter"/>
              </a:defRPr>
            </a:lvl6pPr>
            <a:lvl7pPr>
              <a:defRPr sz="2025" b="0">
                <a:solidFill>
                  <a:srgbClr val="606975"/>
                </a:solidFill>
                <a:latin typeface="Inter"/>
                <a:ea typeface="Inter"/>
                <a:cs typeface="Inter"/>
              </a:defRPr>
            </a:lvl7pPr>
            <a:lvl8pPr>
              <a:defRPr sz="2025" b="0">
                <a:solidFill>
                  <a:srgbClr val="606975"/>
                </a:solidFill>
                <a:latin typeface="Inter"/>
                <a:ea typeface="Inter"/>
                <a:cs typeface="Inter"/>
              </a:defRPr>
            </a:lvl8pPr>
            <a:lvl9pPr>
              <a:defRPr sz="2025" b="0">
                <a:solidFill>
                  <a:srgbClr val="606975"/>
                </a:solidFill>
                <a:latin typeface="Inter"/>
                <a:ea typeface="Inter"/>
                <a:cs typeface="Inter"/>
              </a:defRPr>
            </a:lvl9pPr>
          </a:lstStyle>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Только подходящие известные часы</a:t>
            </a:r>
          </a:p>
        </p:txBody>
      </p:sp>
    </p:spTree>
    <p:extLst>
      <p:ext uri="{BB962C8B-B14F-4D97-AF65-F5344CB8AC3E}">
        <p14:creationId xmlns:p14="http://schemas.microsoft.com/office/powerpoint/2010/main" val="9526561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Сравнение и уточнение плана">
            <a:extLst xmlns:a="http://schemas.openxmlformats.org/drawingml/2006/main">
              <a:ext uri="{FF2B5EF4-FFF2-40B4-BE49-F238E27FC236}">
                <a16:creationId xmlns:a16="http://schemas.microsoft.com/office/drawing/2014/main" id="{BC8810DC-CF7D-4E91-B762-B6F79E0C1E6D}"/>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D2026"/>
                </a:solidFill>
                <a:latin typeface="Inter"/>
                <a:ea typeface="Inter"/>
                <a:cs typeface="Inter"/>
              </a:defRPr>
            </a:defPPr>
            <a:lvl1pPr>
              <a:defRPr sz="3600" b="1">
                <a:solidFill>
                  <a:srgbClr val="1D2026"/>
                </a:solidFill>
                <a:latin typeface="Inter"/>
                <a:ea typeface="Inter"/>
                <a:cs typeface="Inter"/>
              </a:defRPr>
            </a:lvl1pPr>
            <a:lvl2pPr>
              <a:defRPr sz="3600" b="1">
                <a:solidFill>
                  <a:srgbClr val="1D2026"/>
                </a:solidFill>
                <a:latin typeface="Inter"/>
                <a:ea typeface="Inter"/>
                <a:cs typeface="Inter"/>
              </a:defRPr>
            </a:lvl2pPr>
            <a:lvl3pPr>
              <a:defRPr sz="3600" b="1">
                <a:solidFill>
                  <a:srgbClr val="1D2026"/>
                </a:solidFill>
                <a:latin typeface="Inter"/>
                <a:ea typeface="Inter"/>
                <a:cs typeface="Inter"/>
              </a:defRPr>
            </a:lvl3pPr>
            <a:lvl4pPr>
              <a:defRPr sz="3600" b="1">
                <a:solidFill>
                  <a:srgbClr val="1D2026"/>
                </a:solidFill>
                <a:latin typeface="Inter"/>
                <a:ea typeface="Inter"/>
                <a:cs typeface="Inter"/>
              </a:defRPr>
            </a:lvl4pPr>
            <a:lvl5pPr>
              <a:defRPr sz="3600" b="1">
                <a:solidFill>
                  <a:srgbClr val="1D2026"/>
                </a:solidFill>
                <a:latin typeface="Inter"/>
                <a:ea typeface="Inter"/>
                <a:cs typeface="Inter"/>
              </a:defRPr>
            </a:lvl5pPr>
            <a:lvl6pPr>
              <a:defRPr sz="3600" b="1">
                <a:solidFill>
                  <a:srgbClr val="1D2026"/>
                </a:solidFill>
                <a:latin typeface="Inter"/>
                <a:ea typeface="Inter"/>
                <a:cs typeface="Inter"/>
              </a:defRPr>
            </a:lvl6pPr>
            <a:lvl7pPr>
              <a:defRPr sz="3600" b="1">
                <a:solidFill>
                  <a:srgbClr val="1D2026"/>
                </a:solidFill>
                <a:latin typeface="Inter"/>
                <a:ea typeface="Inter"/>
                <a:cs typeface="Inter"/>
              </a:defRPr>
            </a:lvl7pPr>
            <a:lvl8pPr>
              <a:defRPr sz="3600" b="1">
                <a:solidFill>
                  <a:srgbClr val="1D2026"/>
                </a:solidFill>
                <a:latin typeface="Inter"/>
                <a:ea typeface="Inter"/>
                <a:cs typeface="Inter"/>
              </a:defRPr>
            </a:lvl8pPr>
            <a:lvl9pPr>
              <a:defRPr sz="3600" b="1">
                <a:solidFill>
                  <a:srgbClr val="1D2026"/>
                </a:solidFill>
                <a:latin typeface="Inter"/>
                <a:ea typeface="Inter"/>
                <a:cs typeface="Inter"/>
              </a:defRPr>
            </a:lvl9pPr>
          </a:lstStyle>
          <a:p xmlns:a="http://schemas.openxmlformats.org/drawingml/2006/main">
            <a:pPr>
              <a:defRPr sz="3600" b="1">
                <a:solidFill>
                  <a:srgbClr val="1D2026"/>
                </a:solidFill>
                <a:latin typeface="Inter"/>
                <a:ea typeface="Inter"/>
                <a:cs typeface="Inter"/>
              </a:defRPr>
            </a:pPr>
            <a:r>
              <a:rPr sz="3600" b="1">
                <a:solidFill>
                  <a:srgbClr val="1D2026"/>
                </a:solidFill>
                <a:latin typeface="Inter"/>
                <a:ea typeface="Inter"/>
                <a:cs typeface="Inter"/>
              </a:rPr>
              <a:t>Сравнение и уточнение плана</a:t>
            </a:r>
          </a:p>
        </p:txBody>
      </p:sp>
      <p:sp>
        <p:nvSpPr>
          <p:cNvPr id="2" name="Сравнить остановки">
            <a:extLst xmlns:a="http://schemas.openxmlformats.org/drawingml/2006/main">
              <a:ext uri="{FF2B5EF4-FFF2-40B4-BE49-F238E27FC236}">
                <a16:creationId xmlns:a16="http://schemas.microsoft.com/office/drawing/2014/main" id="{31E3787E-E4A0-4E08-A369-83B234E0CC93}"/>
              </a:ext>
            </a:extLst>
          </p:cNvPr>
          <p:cNvSpPr>
            <a:spLocks xmlns:a="http://schemas.openxmlformats.org/drawingml/2006/main" noGrp="1"/>
          </p:cNvSpPr>
          <p:nvPr/>
        </p:nvSpPr>
        <p:spPr>
          <a:xfrm xmlns:a="http://schemas.openxmlformats.org/drawingml/2006/main">
            <a:off x="609600" y="1924050"/>
            <a:ext cx="576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2026"/>
                </a:solidFill>
                <a:latin typeface="Inter"/>
                <a:ea typeface="Inter"/>
                <a:cs typeface="Inter"/>
              </a:defRPr>
            </a:defPPr>
            <a:lvl1pPr>
              <a:defRPr sz="2175" b="1">
                <a:solidFill>
                  <a:srgbClr val="1D2026"/>
                </a:solidFill>
                <a:latin typeface="Inter"/>
                <a:ea typeface="Inter"/>
                <a:cs typeface="Inter"/>
              </a:defRPr>
            </a:lvl1pPr>
            <a:lvl2pPr>
              <a:defRPr sz="2175" b="1">
                <a:solidFill>
                  <a:srgbClr val="1D2026"/>
                </a:solidFill>
                <a:latin typeface="Inter"/>
                <a:ea typeface="Inter"/>
                <a:cs typeface="Inter"/>
              </a:defRPr>
            </a:lvl2pPr>
            <a:lvl3pPr>
              <a:defRPr sz="2175" b="1">
                <a:solidFill>
                  <a:srgbClr val="1D2026"/>
                </a:solidFill>
                <a:latin typeface="Inter"/>
                <a:ea typeface="Inter"/>
                <a:cs typeface="Inter"/>
              </a:defRPr>
            </a:lvl3pPr>
            <a:lvl4pPr>
              <a:defRPr sz="2175" b="1">
                <a:solidFill>
                  <a:srgbClr val="1D2026"/>
                </a:solidFill>
                <a:latin typeface="Inter"/>
                <a:ea typeface="Inter"/>
                <a:cs typeface="Inter"/>
              </a:defRPr>
            </a:lvl4pPr>
            <a:lvl5pPr>
              <a:defRPr sz="2175" b="1">
                <a:solidFill>
                  <a:srgbClr val="1D2026"/>
                </a:solidFill>
                <a:latin typeface="Inter"/>
                <a:ea typeface="Inter"/>
                <a:cs typeface="Inter"/>
              </a:defRPr>
            </a:lvl5pPr>
            <a:lvl6pPr>
              <a:defRPr sz="2175" b="1">
                <a:solidFill>
                  <a:srgbClr val="1D2026"/>
                </a:solidFill>
                <a:latin typeface="Inter"/>
                <a:ea typeface="Inter"/>
                <a:cs typeface="Inter"/>
              </a:defRPr>
            </a:lvl6pPr>
            <a:lvl7pPr>
              <a:defRPr sz="2175" b="1">
                <a:solidFill>
                  <a:srgbClr val="1D2026"/>
                </a:solidFill>
                <a:latin typeface="Inter"/>
                <a:ea typeface="Inter"/>
                <a:cs typeface="Inter"/>
              </a:defRPr>
            </a:lvl7pPr>
            <a:lvl8pPr>
              <a:defRPr sz="2175" b="1">
                <a:solidFill>
                  <a:srgbClr val="1D2026"/>
                </a:solidFill>
                <a:latin typeface="Inter"/>
                <a:ea typeface="Inter"/>
                <a:cs typeface="Inter"/>
              </a:defRPr>
            </a:lvl8pPr>
            <a:lvl9pPr>
              <a:defRPr sz="2175" b="1">
                <a:solidFill>
                  <a:srgbClr val="1D2026"/>
                </a:solidFill>
                <a:latin typeface="Inter"/>
                <a:ea typeface="Inter"/>
                <a:cs typeface="Inter"/>
              </a:defRPr>
            </a:lvl9pPr>
          </a:lstStyle>
          <a:p xmlns:a="http://schemas.openxmlformats.org/drawingml/2006/main">
            <a:pPr>
              <a:defRPr sz="2175" b="1">
                <a:solidFill>
                  <a:srgbClr val="1D2026"/>
                </a:solidFill>
                <a:latin typeface="Inter"/>
                <a:ea typeface="Inter"/>
                <a:cs typeface="Inter"/>
              </a:defRPr>
            </a:pPr>
            <a:r>
              <a:rPr sz="2175" b="1">
                <a:solidFill>
                  <a:srgbClr val="1D2026"/>
                </a:solidFill>
                <a:latin typeface="Inter"/>
                <a:ea typeface="Inter"/>
                <a:cs typeface="Inter"/>
              </a:rPr>
              <a:t>Сравнить остановки</a:t>
            </a:r>
          </a:p>
        </p:txBody>
      </p:sp>
      <p:sp>
        <p:nvSpPr>
          <p:cNvPr id="3" name="Время в пути, посещение&#10;и опубликованное расписание">
            <a:extLst xmlns:a="http://schemas.openxmlformats.org/drawingml/2006/main">
              <a:ext uri="{FF2B5EF4-FFF2-40B4-BE49-F238E27FC236}">
                <a16:creationId xmlns:a16="http://schemas.microsoft.com/office/drawing/2014/main" id="{0E75B1AC-446E-4353-967D-7DC126E626B7}"/>
              </a:ext>
            </a:extLst>
          </p:cNvPr>
          <p:cNvSpPr>
            <a:spLocks xmlns:a="http://schemas.openxmlformats.org/drawingml/2006/main" noGrp="1"/>
          </p:cNvSpPr>
          <p:nvPr/>
        </p:nvSpPr>
        <p:spPr>
          <a:xfrm xmlns:a="http://schemas.openxmlformats.org/drawingml/2006/main">
            <a:off x="609600" y="2390775"/>
            <a:ext cx="5762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6975"/>
                </a:solidFill>
                <a:latin typeface="Inter"/>
                <a:ea typeface="Inter"/>
                <a:cs typeface="Inter"/>
              </a:defRPr>
            </a:defPPr>
            <a:lvl1pPr>
              <a:defRPr sz="2025" b="0">
                <a:solidFill>
                  <a:srgbClr val="606975"/>
                </a:solidFill>
                <a:latin typeface="Inter"/>
                <a:ea typeface="Inter"/>
                <a:cs typeface="Inter"/>
              </a:defRPr>
            </a:lvl1pPr>
            <a:lvl2pPr>
              <a:defRPr sz="2025" b="0">
                <a:solidFill>
                  <a:srgbClr val="606975"/>
                </a:solidFill>
                <a:latin typeface="Inter"/>
                <a:ea typeface="Inter"/>
                <a:cs typeface="Inter"/>
              </a:defRPr>
            </a:lvl2pPr>
            <a:lvl3pPr>
              <a:defRPr sz="2025" b="0">
                <a:solidFill>
                  <a:srgbClr val="606975"/>
                </a:solidFill>
                <a:latin typeface="Inter"/>
                <a:ea typeface="Inter"/>
                <a:cs typeface="Inter"/>
              </a:defRPr>
            </a:lvl3pPr>
            <a:lvl4pPr>
              <a:defRPr sz="2025" b="0">
                <a:solidFill>
                  <a:srgbClr val="606975"/>
                </a:solidFill>
                <a:latin typeface="Inter"/>
                <a:ea typeface="Inter"/>
                <a:cs typeface="Inter"/>
              </a:defRPr>
            </a:lvl4pPr>
            <a:lvl5pPr>
              <a:defRPr sz="2025" b="0">
                <a:solidFill>
                  <a:srgbClr val="606975"/>
                </a:solidFill>
                <a:latin typeface="Inter"/>
                <a:ea typeface="Inter"/>
                <a:cs typeface="Inter"/>
              </a:defRPr>
            </a:lvl5pPr>
            <a:lvl6pPr>
              <a:defRPr sz="2025" b="0">
                <a:solidFill>
                  <a:srgbClr val="606975"/>
                </a:solidFill>
                <a:latin typeface="Inter"/>
                <a:ea typeface="Inter"/>
                <a:cs typeface="Inter"/>
              </a:defRPr>
            </a:lvl6pPr>
            <a:lvl7pPr>
              <a:defRPr sz="2025" b="0">
                <a:solidFill>
                  <a:srgbClr val="606975"/>
                </a:solidFill>
                <a:latin typeface="Inter"/>
                <a:ea typeface="Inter"/>
                <a:cs typeface="Inter"/>
              </a:defRPr>
            </a:lvl7pPr>
            <a:lvl8pPr>
              <a:defRPr sz="2025" b="0">
                <a:solidFill>
                  <a:srgbClr val="606975"/>
                </a:solidFill>
                <a:latin typeface="Inter"/>
                <a:ea typeface="Inter"/>
                <a:cs typeface="Inter"/>
              </a:defRPr>
            </a:lvl8pPr>
            <a:lvl9pPr>
              <a:defRPr sz="2025" b="0">
                <a:solidFill>
                  <a:srgbClr val="606975"/>
                </a:solidFill>
                <a:latin typeface="Inter"/>
                <a:ea typeface="Inter"/>
                <a:cs typeface="Inter"/>
              </a:defRPr>
            </a:lvl9pPr>
          </a:lstStyle>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Время в пути, посещение</a:t>
            </a:r>
          </a:p>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и опубликованное расписание</a:t>
            </a:r>
          </a:p>
        </p:txBody>
      </p:sp>
      <p:sp>
        <p:nvSpPr>
          <p:cNvPr id="4" name="Продолжить диалог">
            <a:extLst xmlns:a="http://schemas.openxmlformats.org/drawingml/2006/main">
              <a:ext uri="{FF2B5EF4-FFF2-40B4-BE49-F238E27FC236}">
                <a16:creationId xmlns:a16="http://schemas.microsoft.com/office/drawing/2014/main" id="{2BBC2CBF-DFB5-4281-8E01-17B8C900E4BD}"/>
              </a:ext>
            </a:extLst>
          </p:cNvPr>
          <p:cNvSpPr>
            <a:spLocks xmlns:a="http://schemas.openxmlformats.org/drawingml/2006/main" noGrp="1"/>
          </p:cNvSpPr>
          <p:nvPr/>
        </p:nvSpPr>
        <p:spPr>
          <a:xfrm xmlns:a="http://schemas.openxmlformats.org/drawingml/2006/main">
            <a:off x="609600" y="4152900"/>
            <a:ext cx="576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2026"/>
                </a:solidFill>
                <a:latin typeface="Inter"/>
                <a:ea typeface="Inter"/>
                <a:cs typeface="Inter"/>
              </a:defRPr>
            </a:defPPr>
            <a:lvl1pPr>
              <a:defRPr sz="2175" b="1">
                <a:solidFill>
                  <a:srgbClr val="1D2026"/>
                </a:solidFill>
                <a:latin typeface="Inter"/>
                <a:ea typeface="Inter"/>
                <a:cs typeface="Inter"/>
              </a:defRPr>
            </a:lvl1pPr>
            <a:lvl2pPr>
              <a:defRPr sz="2175" b="1">
                <a:solidFill>
                  <a:srgbClr val="1D2026"/>
                </a:solidFill>
                <a:latin typeface="Inter"/>
                <a:ea typeface="Inter"/>
                <a:cs typeface="Inter"/>
              </a:defRPr>
            </a:lvl2pPr>
            <a:lvl3pPr>
              <a:defRPr sz="2175" b="1">
                <a:solidFill>
                  <a:srgbClr val="1D2026"/>
                </a:solidFill>
                <a:latin typeface="Inter"/>
                <a:ea typeface="Inter"/>
                <a:cs typeface="Inter"/>
              </a:defRPr>
            </a:lvl3pPr>
            <a:lvl4pPr>
              <a:defRPr sz="2175" b="1">
                <a:solidFill>
                  <a:srgbClr val="1D2026"/>
                </a:solidFill>
                <a:latin typeface="Inter"/>
                <a:ea typeface="Inter"/>
                <a:cs typeface="Inter"/>
              </a:defRPr>
            </a:lvl4pPr>
            <a:lvl5pPr>
              <a:defRPr sz="2175" b="1">
                <a:solidFill>
                  <a:srgbClr val="1D2026"/>
                </a:solidFill>
                <a:latin typeface="Inter"/>
                <a:ea typeface="Inter"/>
                <a:cs typeface="Inter"/>
              </a:defRPr>
            </a:lvl5pPr>
            <a:lvl6pPr>
              <a:defRPr sz="2175" b="1">
                <a:solidFill>
                  <a:srgbClr val="1D2026"/>
                </a:solidFill>
                <a:latin typeface="Inter"/>
                <a:ea typeface="Inter"/>
                <a:cs typeface="Inter"/>
              </a:defRPr>
            </a:lvl6pPr>
            <a:lvl7pPr>
              <a:defRPr sz="2175" b="1">
                <a:solidFill>
                  <a:srgbClr val="1D2026"/>
                </a:solidFill>
                <a:latin typeface="Inter"/>
                <a:ea typeface="Inter"/>
                <a:cs typeface="Inter"/>
              </a:defRPr>
            </a:lvl7pPr>
            <a:lvl8pPr>
              <a:defRPr sz="2175" b="1">
                <a:solidFill>
                  <a:srgbClr val="1D2026"/>
                </a:solidFill>
                <a:latin typeface="Inter"/>
                <a:ea typeface="Inter"/>
                <a:cs typeface="Inter"/>
              </a:defRPr>
            </a:lvl8pPr>
            <a:lvl9pPr>
              <a:defRPr sz="2175" b="1">
                <a:solidFill>
                  <a:srgbClr val="1D2026"/>
                </a:solidFill>
                <a:latin typeface="Inter"/>
                <a:ea typeface="Inter"/>
                <a:cs typeface="Inter"/>
              </a:defRPr>
            </a:lvl9pPr>
          </a:lstStyle>
          <a:p xmlns:a="http://schemas.openxmlformats.org/drawingml/2006/main">
            <a:pPr>
              <a:defRPr sz="2175" b="1">
                <a:solidFill>
                  <a:srgbClr val="1D2026"/>
                </a:solidFill>
                <a:latin typeface="Inter"/>
                <a:ea typeface="Inter"/>
                <a:cs typeface="Inter"/>
              </a:defRPr>
            </a:pPr>
            <a:r>
              <a:rPr sz="2175" b="1">
                <a:solidFill>
                  <a:srgbClr val="1D2026"/>
                </a:solidFill>
                <a:latin typeface="Inter"/>
                <a:ea typeface="Inter"/>
                <a:cs typeface="Inter"/>
              </a:rPr>
              <a:t>Продолжить диалог</a:t>
            </a:r>
          </a:p>
        </p:txBody>
      </p:sp>
      <p:sp>
        <p:nvSpPr>
          <p:cNvPr id="5" name="Сохранить контекст&#10;и изменить ограничения">
            <a:extLst xmlns:a="http://schemas.openxmlformats.org/drawingml/2006/main">
              <a:ext uri="{FF2B5EF4-FFF2-40B4-BE49-F238E27FC236}">
                <a16:creationId xmlns:a16="http://schemas.microsoft.com/office/drawing/2014/main" id="{2C849C36-0FE5-4390-9A98-CC4A08EA21BA}"/>
              </a:ext>
            </a:extLst>
          </p:cNvPr>
          <p:cNvSpPr>
            <a:spLocks xmlns:a="http://schemas.openxmlformats.org/drawingml/2006/main" noGrp="1"/>
          </p:cNvSpPr>
          <p:nvPr/>
        </p:nvSpPr>
        <p:spPr>
          <a:xfrm xmlns:a="http://schemas.openxmlformats.org/drawingml/2006/main">
            <a:off x="609600" y="4619625"/>
            <a:ext cx="5762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6975"/>
                </a:solidFill>
                <a:latin typeface="Inter"/>
                <a:ea typeface="Inter"/>
                <a:cs typeface="Inter"/>
              </a:defRPr>
            </a:defPPr>
            <a:lvl1pPr>
              <a:defRPr sz="2025" b="0">
                <a:solidFill>
                  <a:srgbClr val="606975"/>
                </a:solidFill>
                <a:latin typeface="Inter"/>
                <a:ea typeface="Inter"/>
                <a:cs typeface="Inter"/>
              </a:defRPr>
            </a:lvl1pPr>
            <a:lvl2pPr>
              <a:defRPr sz="2025" b="0">
                <a:solidFill>
                  <a:srgbClr val="606975"/>
                </a:solidFill>
                <a:latin typeface="Inter"/>
                <a:ea typeface="Inter"/>
                <a:cs typeface="Inter"/>
              </a:defRPr>
            </a:lvl2pPr>
            <a:lvl3pPr>
              <a:defRPr sz="2025" b="0">
                <a:solidFill>
                  <a:srgbClr val="606975"/>
                </a:solidFill>
                <a:latin typeface="Inter"/>
                <a:ea typeface="Inter"/>
                <a:cs typeface="Inter"/>
              </a:defRPr>
            </a:lvl3pPr>
            <a:lvl4pPr>
              <a:defRPr sz="2025" b="0">
                <a:solidFill>
                  <a:srgbClr val="606975"/>
                </a:solidFill>
                <a:latin typeface="Inter"/>
                <a:ea typeface="Inter"/>
                <a:cs typeface="Inter"/>
              </a:defRPr>
            </a:lvl4pPr>
            <a:lvl5pPr>
              <a:defRPr sz="2025" b="0">
                <a:solidFill>
                  <a:srgbClr val="606975"/>
                </a:solidFill>
                <a:latin typeface="Inter"/>
                <a:ea typeface="Inter"/>
                <a:cs typeface="Inter"/>
              </a:defRPr>
            </a:lvl5pPr>
            <a:lvl6pPr>
              <a:defRPr sz="2025" b="0">
                <a:solidFill>
                  <a:srgbClr val="606975"/>
                </a:solidFill>
                <a:latin typeface="Inter"/>
                <a:ea typeface="Inter"/>
                <a:cs typeface="Inter"/>
              </a:defRPr>
            </a:lvl6pPr>
            <a:lvl7pPr>
              <a:defRPr sz="2025" b="0">
                <a:solidFill>
                  <a:srgbClr val="606975"/>
                </a:solidFill>
                <a:latin typeface="Inter"/>
                <a:ea typeface="Inter"/>
                <a:cs typeface="Inter"/>
              </a:defRPr>
            </a:lvl7pPr>
            <a:lvl8pPr>
              <a:defRPr sz="2025" b="0">
                <a:solidFill>
                  <a:srgbClr val="606975"/>
                </a:solidFill>
                <a:latin typeface="Inter"/>
                <a:ea typeface="Inter"/>
                <a:cs typeface="Inter"/>
              </a:defRPr>
            </a:lvl8pPr>
            <a:lvl9pPr>
              <a:defRPr sz="2025" b="0">
                <a:solidFill>
                  <a:srgbClr val="606975"/>
                </a:solidFill>
                <a:latin typeface="Inter"/>
                <a:ea typeface="Inter"/>
                <a:cs typeface="Inter"/>
              </a:defRPr>
            </a:lvl9pPr>
          </a:lstStyle>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Сохранить контекст</a:t>
            </a:r>
          </a:p>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и изменить ограничения</a:t>
            </a:r>
          </a:p>
        </p:txBody>
      </p:sp>
      <p:pic>
        <p:nvPicPr>
          <p:cNvPr id="6" name="">
            <a:extLst xmlns:a="http://schemas.openxmlformats.org/drawingml/2006/main">
              <a:ext uri="{FF2B5EF4-FFF2-40B4-BE49-F238E27FC236}">
                <a16:creationId xmlns:a16="http://schemas.microsoft.com/office/drawing/2014/main" id="{51A7947F-AFCA-4CBC-BD2E-8DEC2715D50B}"/>
              </a:ext>
            </a:extLst>
          </p:cNvPr>
          <p:cNvPicPr>
            <a:picLocks xmlns:a="http://schemas.openxmlformats.org/drawingml/2006/main" noChangeAspect="1"/>
          </p:cNvPicPr>
          <p:nvPr/>
        </p:nvPicPr>
        <p:blipFill>
          <a:blip xmlns:r="http://schemas.openxmlformats.org/officeDocument/2006/relationships" xmlns:a="http://schemas.openxmlformats.org/drawingml/2006/main" r:embed="R23cb5c989e1b420f"/>
          <a:stretch xmlns:a="http://schemas.openxmlformats.org/drawingml/2006/main"/>
        </p:blipFill>
        <p:spPr>
          <a:xfrm xmlns:a="http://schemas.openxmlformats.org/drawingml/2006/main">
            <a:off x="6929497" y="1362075"/>
            <a:ext cx="4429005" cy="4953000"/>
          </a:xfrm>
          <a:prstGeom xmlns:a="http://schemas.openxmlformats.org/drawingml/2006/main" prst="rect">
            <a:avLst/>
          </a:prstGeom>
        </p:spPr>
      </p:pic>
    </p:spTree>
    <p:extLst>
      <p:ext uri="{BB962C8B-B14F-4D97-AF65-F5344CB8AC3E}">
        <p14:creationId xmlns:p14="http://schemas.microsoft.com/office/powerpoint/2010/main" val="9342799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Собранные данные Астаны">
            <a:extLst xmlns:a="http://schemas.openxmlformats.org/drawingml/2006/main">
              <a:ext uri="{FF2B5EF4-FFF2-40B4-BE49-F238E27FC236}">
                <a16:creationId xmlns:a16="http://schemas.microsoft.com/office/drawing/2014/main" id="{A6BF023F-34BB-4C1B-9200-8608C4577440}"/>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D2026"/>
                </a:solidFill>
                <a:latin typeface="Inter"/>
                <a:ea typeface="Inter"/>
                <a:cs typeface="Inter"/>
              </a:defRPr>
            </a:defPPr>
            <a:lvl1pPr>
              <a:defRPr sz="3600" b="1">
                <a:solidFill>
                  <a:srgbClr val="1D2026"/>
                </a:solidFill>
                <a:latin typeface="Inter"/>
                <a:ea typeface="Inter"/>
                <a:cs typeface="Inter"/>
              </a:defRPr>
            </a:lvl1pPr>
            <a:lvl2pPr>
              <a:defRPr sz="3600" b="1">
                <a:solidFill>
                  <a:srgbClr val="1D2026"/>
                </a:solidFill>
                <a:latin typeface="Inter"/>
                <a:ea typeface="Inter"/>
                <a:cs typeface="Inter"/>
              </a:defRPr>
            </a:lvl2pPr>
            <a:lvl3pPr>
              <a:defRPr sz="3600" b="1">
                <a:solidFill>
                  <a:srgbClr val="1D2026"/>
                </a:solidFill>
                <a:latin typeface="Inter"/>
                <a:ea typeface="Inter"/>
                <a:cs typeface="Inter"/>
              </a:defRPr>
            </a:lvl3pPr>
            <a:lvl4pPr>
              <a:defRPr sz="3600" b="1">
                <a:solidFill>
                  <a:srgbClr val="1D2026"/>
                </a:solidFill>
                <a:latin typeface="Inter"/>
                <a:ea typeface="Inter"/>
                <a:cs typeface="Inter"/>
              </a:defRPr>
            </a:lvl4pPr>
            <a:lvl5pPr>
              <a:defRPr sz="3600" b="1">
                <a:solidFill>
                  <a:srgbClr val="1D2026"/>
                </a:solidFill>
                <a:latin typeface="Inter"/>
                <a:ea typeface="Inter"/>
                <a:cs typeface="Inter"/>
              </a:defRPr>
            </a:lvl5pPr>
            <a:lvl6pPr>
              <a:defRPr sz="3600" b="1">
                <a:solidFill>
                  <a:srgbClr val="1D2026"/>
                </a:solidFill>
                <a:latin typeface="Inter"/>
                <a:ea typeface="Inter"/>
                <a:cs typeface="Inter"/>
              </a:defRPr>
            </a:lvl6pPr>
            <a:lvl7pPr>
              <a:defRPr sz="3600" b="1">
                <a:solidFill>
                  <a:srgbClr val="1D2026"/>
                </a:solidFill>
                <a:latin typeface="Inter"/>
                <a:ea typeface="Inter"/>
                <a:cs typeface="Inter"/>
              </a:defRPr>
            </a:lvl7pPr>
            <a:lvl8pPr>
              <a:defRPr sz="3600" b="1">
                <a:solidFill>
                  <a:srgbClr val="1D2026"/>
                </a:solidFill>
                <a:latin typeface="Inter"/>
                <a:ea typeface="Inter"/>
                <a:cs typeface="Inter"/>
              </a:defRPr>
            </a:lvl8pPr>
            <a:lvl9pPr>
              <a:defRPr sz="3600" b="1">
                <a:solidFill>
                  <a:srgbClr val="1D2026"/>
                </a:solidFill>
                <a:latin typeface="Inter"/>
                <a:ea typeface="Inter"/>
                <a:cs typeface="Inter"/>
              </a:defRPr>
            </a:lvl9pPr>
          </a:lstStyle>
          <a:p xmlns:a="http://schemas.openxmlformats.org/drawingml/2006/main">
            <a:pPr>
              <a:defRPr sz="3600" b="1">
                <a:solidFill>
                  <a:srgbClr val="1D2026"/>
                </a:solidFill>
                <a:latin typeface="Inter"/>
                <a:ea typeface="Inter"/>
                <a:cs typeface="Inter"/>
              </a:defRPr>
            </a:pPr>
            <a:r>
              <a:rPr sz="3600" b="1">
                <a:solidFill>
                  <a:srgbClr val="1D2026"/>
                </a:solidFill>
                <a:latin typeface="Inter"/>
                <a:ea typeface="Inter"/>
                <a:cs typeface="Inter"/>
              </a:rPr>
              <a:t>Собранные данные Астаны</a:t>
            </a:r>
          </a:p>
        </p:txBody>
      </p:sp>
      <p:sp>
        <p:nvSpPr>
          <p:cNvPr id="2" name="6 505">
            <a:extLst xmlns:a="http://schemas.openxmlformats.org/drawingml/2006/main">
              <a:ext uri="{FF2B5EF4-FFF2-40B4-BE49-F238E27FC236}">
                <a16:creationId xmlns:a16="http://schemas.microsoft.com/office/drawing/2014/main" id="{821AA6DE-853A-4D18-A139-62BA1A7864B7}"/>
              </a:ext>
            </a:extLst>
          </p:cNvPr>
          <p:cNvSpPr>
            <a:spLocks xmlns:a="http://schemas.openxmlformats.org/drawingml/2006/main" noGrp="1"/>
          </p:cNvSpPr>
          <p:nvPr/>
        </p:nvSpPr>
        <p:spPr>
          <a:xfrm xmlns:a="http://schemas.openxmlformats.org/drawingml/2006/main">
            <a:off x="609600" y="1504950"/>
            <a:ext cx="6000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875" b="1">
                <a:solidFill>
                  <a:srgbClr val="3155EB"/>
                </a:solidFill>
                <a:latin typeface="Inter"/>
                <a:ea typeface="Inter"/>
                <a:cs typeface="Inter"/>
              </a:defRPr>
            </a:defPPr>
            <a:lvl1pPr>
              <a:defRPr sz="7875" b="1">
                <a:solidFill>
                  <a:srgbClr val="3155EB"/>
                </a:solidFill>
                <a:latin typeface="Inter"/>
                <a:ea typeface="Inter"/>
                <a:cs typeface="Inter"/>
              </a:defRPr>
            </a:lvl1pPr>
            <a:lvl2pPr>
              <a:defRPr sz="7875" b="1">
                <a:solidFill>
                  <a:srgbClr val="3155EB"/>
                </a:solidFill>
                <a:latin typeface="Inter"/>
                <a:ea typeface="Inter"/>
                <a:cs typeface="Inter"/>
              </a:defRPr>
            </a:lvl2pPr>
            <a:lvl3pPr>
              <a:defRPr sz="7875" b="1">
                <a:solidFill>
                  <a:srgbClr val="3155EB"/>
                </a:solidFill>
                <a:latin typeface="Inter"/>
                <a:ea typeface="Inter"/>
                <a:cs typeface="Inter"/>
              </a:defRPr>
            </a:lvl3pPr>
            <a:lvl4pPr>
              <a:defRPr sz="7875" b="1">
                <a:solidFill>
                  <a:srgbClr val="3155EB"/>
                </a:solidFill>
                <a:latin typeface="Inter"/>
                <a:ea typeface="Inter"/>
                <a:cs typeface="Inter"/>
              </a:defRPr>
            </a:lvl4pPr>
            <a:lvl5pPr>
              <a:defRPr sz="7875" b="1">
                <a:solidFill>
                  <a:srgbClr val="3155EB"/>
                </a:solidFill>
                <a:latin typeface="Inter"/>
                <a:ea typeface="Inter"/>
                <a:cs typeface="Inter"/>
              </a:defRPr>
            </a:lvl5pPr>
            <a:lvl6pPr>
              <a:defRPr sz="7875" b="1">
                <a:solidFill>
                  <a:srgbClr val="3155EB"/>
                </a:solidFill>
                <a:latin typeface="Inter"/>
                <a:ea typeface="Inter"/>
                <a:cs typeface="Inter"/>
              </a:defRPr>
            </a:lvl6pPr>
            <a:lvl7pPr>
              <a:defRPr sz="7875" b="1">
                <a:solidFill>
                  <a:srgbClr val="3155EB"/>
                </a:solidFill>
                <a:latin typeface="Inter"/>
                <a:ea typeface="Inter"/>
                <a:cs typeface="Inter"/>
              </a:defRPr>
            </a:lvl7pPr>
            <a:lvl8pPr>
              <a:defRPr sz="7875" b="1">
                <a:solidFill>
                  <a:srgbClr val="3155EB"/>
                </a:solidFill>
                <a:latin typeface="Inter"/>
                <a:ea typeface="Inter"/>
                <a:cs typeface="Inter"/>
              </a:defRPr>
            </a:lvl8pPr>
            <a:lvl9pPr>
              <a:defRPr sz="7875" b="1">
                <a:solidFill>
                  <a:srgbClr val="3155EB"/>
                </a:solidFill>
                <a:latin typeface="Inter"/>
                <a:ea typeface="Inter"/>
                <a:cs typeface="Inter"/>
              </a:defRPr>
            </a:lvl9pPr>
          </a:lstStyle>
          <a:p xmlns:a="http://schemas.openxmlformats.org/drawingml/2006/main">
            <a:pPr>
              <a:defRPr sz="7875" b="1">
                <a:solidFill>
                  <a:srgbClr val="3155EB"/>
                </a:solidFill>
                <a:latin typeface="Inter"/>
                <a:ea typeface="Inter"/>
                <a:cs typeface="Inter"/>
              </a:defRPr>
            </a:pPr>
            <a:r>
              <a:rPr sz="7875" b="1">
                <a:solidFill>
                  <a:srgbClr val="3155EB"/>
                </a:solidFill>
                <a:latin typeface="Inter"/>
                <a:ea typeface="Inter"/>
                <a:cs typeface="Inter"/>
              </a:rPr>
              <a:t>6 505</a:t>
            </a:r>
          </a:p>
        </p:txBody>
      </p:sp>
      <p:sp>
        <p:nvSpPr>
          <p:cNvPr id="3" name="точек интереса">
            <a:extLst xmlns:a="http://schemas.openxmlformats.org/drawingml/2006/main">
              <a:ext uri="{FF2B5EF4-FFF2-40B4-BE49-F238E27FC236}">
                <a16:creationId xmlns:a16="http://schemas.microsoft.com/office/drawing/2014/main" id="{EEE84E4D-74E5-4A9F-8907-D93C4A827E04}"/>
              </a:ext>
            </a:extLst>
          </p:cNvPr>
          <p:cNvSpPr>
            <a:spLocks xmlns:a="http://schemas.openxmlformats.org/drawingml/2006/main" noGrp="1"/>
          </p:cNvSpPr>
          <p:nvPr/>
        </p:nvSpPr>
        <p:spPr>
          <a:xfrm xmlns:a="http://schemas.openxmlformats.org/drawingml/2006/main">
            <a:off x="666750" y="2876550"/>
            <a:ext cx="552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1D2026"/>
                </a:solidFill>
                <a:latin typeface="Inter"/>
                <a:ea typeface="Inter"/>
                <a:cs typeface="Inter"/>
              </a:defRPr>
            </a:defPPr>
            <a:lvl1pPr>
              <a:defRPr sz="2550" b="0">
                <a:solidFill>
                  <a:srgbClr val="1D2026"/>
                </a:solidFill>
                <a:latin typeface="Inter"/>
                <a:ea typeface="Inter"/>
                <a:cs typeface="Inter"/>
              </a:defRPr>
            </a:lvl1pPr>
            <a:lvl2pPr>
              <a:defRPr sz="2550" b="0">
                <a:solidFill>
                  <a:srgbClr val="1D2026"/>
                </a:solidFill>
                <a:latin typeface="Inter"/>
                <a:ea typeface="Inter"/>
                <a:cs typeface="Inter"/>
              </a:defRPr>
            </a:lvl2pPr>
            <a:lvl3pPr>
              <a:defRPr sz="2550" b="0">
                <a:solidFill>
                  <a:srgbClr val="1D2026"/>
                </a:solidFill>
                <a:latin typeface="Inter"/>
                <a:ea typeface="Inter"/>
                <a:cs typeface="Inter"/>
              </a:defRPr>
            </a:lvl3pPr>
            <a:lvl4pPr>
              <a:defRPr sz="2550" b="0">
                <a:solidFill>
                  <a:srgbClr val="1D2026"/>
                </a:solidFill>
                <a:latin typeface="Inter"/>
                <a:ea typeface="Inter"/>
                <a:cs typeface="Inter"/>
              </a:defRPr>
            </a:lvl4pPr>
            <a:lvl5pPr>
              <a:defRPr sz="2550" b="0">
                <a:solidFill>
                  <a:srgbClr val="1D2026"/>
                </a:solidFill>
                <a:latin typeface="Inter"/>
                <a:ea typeface="Inter"/>
                <a:cs typeface="Inter"/>
              </a:defRPr>
            </a:lvl5pPr>
            <a:lvl6pPr>
              <a:defRPr sz="2550" b="0">
                <a:solidFill>
                  <a:srgbClr val="1D2026"/>
                </a:solidFill>
                <a:latin typeface="Inter"/>
                <a:ea typeface="Inter"/>
                <a:cs typeface="Inter"/>
              </a:defRPr>
            </a:lvl6pPr>
            <a:lvl7pPr>
              <a:defRPr sz="2550" b="0">
                <a:solidFill>
                  <a:srgbClr val="1D2026"/>
                </a:solidFill>
                <a:latin typeface="Inter"/>
                <a:ea typeface="Inter"/>
                <a:cs typeface="Inter"/>
              </a:defRPr>
            </a:lvl7pPr>
            <a:lvl8pPr>
              <a:defRPr sz="2550" b="0">
                <a:solidFill>
                  <a:srgbClr val="1D2026"/>
                </a:solidFill>
                <a:latin typeface="Inter"/>
                <a:ea typeface="Inter"/>
                <a:cs typeface="Inter"/>
              </a:defRPr>
            </a:lvl8pPr>
            <a:lvl9pPr>
              <a:defRPr sz="2550" b="0">
                <a:solidFill>
                  <a:srgbClr val="1D2026"/>
                </a:solidFill>
                <a:latin typeface="Inter"/>
                <a:ea typeface="Inter"/>
                <a:cs typeface="Inter"/>
              </a:defRPr>
            </a:lvl9pPr>
          </a:lstStyle>
          <a:p xmlns:a="http://schemas.openxmlformats.org/drawingml/2006/main">
            <a:pPr>
              <a:defRPr sz="2550" b="0">
                <a:solidFill>
                  <a:srgbClr val="1D2026"/>
                </a:solidFill>
                <a:latin typeface="Inter"/>
                <a:ea typeface="Inter"/>
                <a:cs typeface="Inter"/>
              </a:defRPr>
            </a:pPr>
            <a:r>
              <a:rPr sz="2550" b="0">
                <a:solidFill>
                  <a:srgbClr val="1D2026"/>
                </a:solidFill>
                <a:latin typeface="Inter"/>
                <a:ea typeface="Inter"/>
                <a:cs typeface="Inter"/>
              </a:rPr>
              <a:t>точек интереса</a:t>
            </a:r>
          </a:p>
        </p:txBody>
      </p:sp>
      <p:sp>
        <p:nvSpPr>
          <p:cNvPr id="4" name="Автоматический сбор&#10;JSON · CSV · GeoJSON">
            <a:extLst xmlns:a="http://schemas.openxmlformats.org/drawingml/2006/main">
              <a:ext uri="{FF2B5EF4-FFF2-40B4-BE49-F238E27FC236}">
                <a16:creationId xmlns:a16="http://schemas.microsoft.com/office/drawing/2014/main" id="{D3178ABC-5B37-4621-94D9-C561CEE2E6C3}"/>
              </a:ext>
            </a:extLst>
          </p:cNvPr>
          <p:cNvSpPr>
            <a:spLocks xmlns:a="http://schemas.openxmlformats.org/drawingml/2006/main" noGrp="1"/>
          </p:cNvSpPr>
          <p:nvPr/>
        </p:nvSpPr>
        <p:spPr>
          <a:xfrm xmlns:a="http://schemas.openxmlformats.org/drawingml/2006/main">
            <a:off x="666750" y="3762375"/>
            <a:ext cx="5524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606975"/>
                </a:solidFill>
                <a:latin typeface="Inter"/>
                <a:ea typeface="Inter"/>
                <a:cs typeface="Inter"/>
              </a:defRPr>
            </a:defPPr>
            <a:lvl1pPr>
              <a:defRPr sz="2250" b="0">
                <a:solidFill>
                  <a:srgbClr val="606975"/>
                </a:solidFill>
                <a:latin typeface="Inter"/>
                <a:ea typeface="Inter"/>
                <a:cs typeface="Inter"/>
              </a:defRPr>
            </a:lvl1pPr>
            <a:lvl2pPr>
              <a:defRPr sz="2250" b="0">
                <a:solidFill>
                  <a:srgbClr val="606975"/>
                </a:solidFill>
                <a:latin typeface="Inter"/>
                <a:ea typeface="Inter"/>
                <a:cs typeface="Inter"/>
              </a:defRPr>
            </a:lvl2pPr>
            <a:lvl3pPr>
              <a:defRPr sz="2250" b="0">
                <a:solidFill>
                  <a:srgbClr val="606975"/>
                </a:solidFill>
                <a:latin typeface="Inter"/>
                <a:ea typeface="Inter"/>
                <a:cs typeface="Inter"/>
              </a:defRPr>
            </a:lvl3pPr>
            <a:lvl4pPr>
              <a:defRPr sz="2250" b="0">
                <a:solidFill>
                  <a:srgbClr val="606975"/>
                </a:solidFill>
                <a:latin typeface="Inter"/>
                <a:ea typeface="Inter"/>
                <a:cs typeface="Inter"/>
              </a:defRPr>
            </a:lvl4pPr>
            <a:lvl5pPr>
              <a:defRPr sz="2250" b="0">
                <a:solidFill>
                  <a:srgbClr val="606975"/>
                </a:solidFill>
                <a:latin typeface="Inter"/>
                <a:ea typeface="Inter"/>
                <a:cs typeface="Inter"/>
              </a:defRPr>
            </a:lvl5pPr>
            <a:lvl6pPr>
              <a:defRPr sz="2250" b="0">
                <a:solidFill>
                  <a:srgbClr val="606975"/>
                </a:solidFill>
                <a:latin typeface="Inter"/>
                <a:ea typeface="Inter"/>
                <a:cs typeface="Inter"/>
              </a:defRPr>
            </a:lvl6pPr>
            <a:lvl7pPr>
              <a:defRPr sz="2250" b="0">
                <a:solidFill>
                  <a:srgbClr val="606975"/>
                </a:solidFill>
                <a:latin typeface="Inter"/>
                <a:ea typeface="Inter"/>
                <a:cs typeface="Inter"/>
              </a:defRPr>
            </a:lvl7pPr>
            <a:lvl8pPr>
              <a:defRPr sz="2250" b="0">
                <a:solidFill>
                  <a:srgbClr val="606975"/>
                </a:solidFill>
                <a:latin typeface="Inter"/>
                <a:ea typeface="Inter"/>
                <a:cs typeface="Inter"/>
              </a:defRPr>
            </a:lvl8pPr>
            <a:lvl9pPr>
              <a:defRPr sz="2250" b="0">
                <a:solidFill>
                  <a:srgbClr val="606975"/>
                </a:solidFill>
                <a:latin typeface="Inter"/>
                <a:ea typeface="Inter"/>
                <a:cs typeface="Inter"/>
              </a:defRPr>
            </a:lvl9pPr>
          </a:lstStyle>
          <a:p xmlns:a="http://schemas.openxmlformats.org/drawingml/2006/main">
            <a:pPr>
              <a:defRPr sz="2250" b="0">
                <a:solidFill>
                  <a:srgbClr val="606975"/>
                </a:solidFill>
                <a:latin typeface="Inter"/>
                <a:ea typeface="Inter"/>
                <a:cs typeface="Inter"/>
              </a:defRPr>
            </a:pPr>
            <a:r>
              <a:rPr sz="2250" b="0">
                <a:solidFill>
                  <a:srgbClr val="606975"/>
                </a:solidFill>
                <a:latin typeface="Inter"/>
                <a:ea typeface="Inter"/>
                <a:cs typeface="Inter"/>
              </a:rPr>
              <a:t>Автоматический сбор</a:t>
            </a:r>
          </a:p>
          <a:p xmlns:a="http://schemas.openxmlformats.org/drawingml/2006/main">
            <a:pPr>
              <a:defRPr sz="2250" b="0">
                <a:solidFill>
                  <a:srgbClr val="606975"/>
                </a:solidFill>
                <a:latin typeface="Inter"/>
                <a:ea typeface="Inter"/>
                <a:cs typeface="Inter"/>
              </a:defRPr>
            </a:pPr>
            <a:r>
              <a:rPr sz="2250" b="0">
                <a:solidFill>
                  <a:srgbClr val="606975"/>
                </a:solidFill>
                <a:latin typeface="Inter"/>
                <a:ea typeface="Inter"/>
                <a:cs typeface="Inter"/>
              </a:rPr>
              <a:t>JSON · CSV · GeoJSON</a:t>
            </a:r>
          </a:p>
        </p:txBody>
      </p:sp>
      <p:pic>
        <p:nvPicPr>
          <p:cNvPr id="5" name="">
            <a:extLst xmlns:a="http://schemas.openxmlformats.org/drawingml/2006/main">
              <a:ext uri="{FF2B5EF4-FFF2-40B4-BE49-F238E27FC236}">
                <a16:creationId xmlns:a16="http://schemas.microsoft.com/office/drawing/2014/main" id="{94147689-1C7A-43E6-A572-524865DCE120}"/>
              </a:ext>
            </a:extLst>
          </p:cNvPr>
          <p:cNvPicPr>
            <a:picLocks xmlns:a="http://schemas.openxmlformats.org/drawingml/2006/main" noChangeAspect="1"/>
          </p:cNvPicPr>
          <p:nvPr/>
        </p:nvPicPr>
        <p:blipFill>
          <a:blip xmlns:r="http://schemas.openxmlformats.org/officeDocument/2006/relationships" xmlns:a="http://schemas.openxmlformats.org/drawingml/2006/main" r:embed="Rc1c22c5b8a6f408d"/>
          <a:stretch xmlns:a="http://schemas.openxmlformats.org/drawingml/2006/main"/>
        </p:blipFill>
        <p:spPr>
          <a:xfrm xmlns:a="http://schemas.openxmlformats.org/drawingml/2006/main">
            <a:off x="7315200" y="1553051"/>
            <a:ext cx="4267200" cy="3580448"/>
          </a:xfrm>
          <a:prstGeom xmlns:a="http://schemas.openxmlformats.org/drawingml/2006/main" prst="rect">
            <a:avLst/>
          </a:prstGeom>
        </p:spPr>
      </p:pic>
      <p:sp>
        <p:nvSpPr>
          <p:cNvPr id="6" name="Национальный музей">
            <a:extLst xmlns:a="http://schemas.openxmlformats.org/drawingml/2006/main">
              <a:ext uri="{FF2B5EF4-FFF2-40B4-BE49-F238E27FC236}">
                <a16:creationId xmlns:a16="http://schemas.microsoft.com/office/drawing/2014/main" id="{79047F79-B21C-4C9D-93D3-FA3539B5B18F}"/>
              </a:ext>
            </a:extLst>
          </p:cNvPr>
          <p:cNvSpPr>
            <a:spLocks xmlns:a="http://schemas.openxmlformats.org/drawingml/2006/main" noGrp="1"/>
          </p:cNvSpPr>
          <p:nvPr/>
        </p:nvSpPr>
        <p:spPr>
          <a:xfrm xmlns:a="http://schemas.openxmlformats.org/drawingml/2006/main">
            <a:off x="7315200" y="53054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D2026"/>
                </a:solidFill>
                <a:latin typeface="Inter"/>
                <a:ea typeface="Inter"/>
                <a:cs typeface="Inter"/>
              </a:defRPr>
            </a:defPPr>
            <a:lvl1pPr>
              <a:defRPr sz="1875" b="1">
                <a:solidFill>
                  <a:srgbClr val="1D2026"/>
                </a:solidFill>
                <a:latin typeface="Inter"/>
                <a:ea typeface="Inter"/>
                <a:cs typeface="Inter"/>
              </a:defRPr>
            </a:lvl1pPr>
            <a:lvl2pPr>
              <a:defRPr sz="1875" b="1">
                <a:solidFill>
                  <a:srgbClr val="1D2026"/>
                </a:solidFill>
                <a:latin typeface="Inter"/>
                <a:ea typeface="Inter"/>
                <a:cs typeface="Inter"/>
              </a:defRPr>
            </a:lvl2pPr>
            <a:lvl3pPr>
              <a:defRPr sz="1875" b="1">
                <a:solidFill>
                  <a:srgbClr val="1D2026"/>
                </a:solidFill>
                <a:latin typeface="Inter"/>
                <a:ea typeface="Inter"/>
                <a:cs typeface="Inter"/>
              </a:defRPr>
            </a:lvl3pPr>
            <a:lvl4pPr>
              <a:defRPr sz="1875" b="1">
                <a:solidFill>
                  <a:srgbClr val="1D2026"/>
                </a:solidFill>
                <a:latin typeface="Inter"/>
                <a:ea typeface="Inter"/>
                <a:cs typeface="Inter"/>
              </a:defRPr>
            </a:lvl4pPr>
            <a:lvl5pPr>
              <a:defRPr sz="1875" b="1">
                <a:solidFill>
                  <a:srgbClr val="1D2026"/>
                </a:solidFill>
                <a:latin typeface="Inter"/>
                <a:ea typeface="Inter"/>
                <a:cs typeface="Inter"/>
              </a:defRPr>
            </a:lvl5pPr>
            <a:lvl6pPr>
              <a:defRPr sz="1875" b="1">
                <a:solidFill>
                  <a:srgbClr val="1D2026"/>
                </a:solidFill>
                <a:latin typeface="Inter"/>
                <a:ea typeface="Inter"/>
                <a:cs typeface="Inter"/>
              </a:defRPr>
            </a:lvl6pPr>
            <a:lvl7pPr>
              <a:defRPr sz="1875" b="1">
                <a:solidFill>
                  <a:srgbClr val="1D2026"/>
                </a:solidFill>
                <a:latin typeface="Inter"/>
                <a:ea typeface="Inter"/>
                <a:cs typeface="Inter"/>
              </a:defRPr>
            </a:lvl7pPr>
            <a:lvl8pPr>
              <a:defRPr sz="1875" b="1">
                <a:solidFill>
                  <a:srgbClr val="1D2026"/>
                </a:solidFill>
                <a:latin typeface="Inter"/>
                <a:ea typeface="Inter"/>
                <a:cs typeface="Inter"/>
              </a:defRPr>
            </a:lvl8pPr>
            <a:lvl9pPr>
              <a:defRPr sz="1875" b="1">
                <a:solidFill>
                  <a:srgbClr val="1D2026"/>
                </a:solidFill>
                <a:latin typeface="Inter"/>
                <a:ea typeface="Inter"/>
                <a:cs typeface="Inter"/>
              </a:defRPr>
            </a:lvl9pPr>
          </a:lstStyle>
          <a:p xmlns:a="http://schemas.openxmlformats.org/drawingml/2006/main">
            <a:pPr>
              <a:defRPr sz="1875" b="1">
                <a:solidFill>
                  <a:srgbClr val="1D2026"/>
                </a:solidFill>
                <a:latin typeface="Inter"/>
                <a:ea typeface="Inter"/>
                <a:cs typeface="Inter"/>
              </a:defRPr>
            </a:pPr>
            <a:r>
              <a:rPr sz="1875" b="1">
                <a:solidFill>
                  <a:srgbClr val="1D2026"/>
                </a:solidFill>
                <a:latin typeface="Inter"/>
                <a:ea typeface="Inter"/>
                <a:cs typeface="Inter"/>
              </a:rPr>
              <a:t>Национальный музей</a:t>
            </a:r>
          </a:p>
        </p:txBody>
      </p:sp>
      <p:sp>
        <p:nvSpPr>
          <p:cNvPr id="7" name="Davide Mauro · CC BY-SA 4.0">
            <a:extLst xmlns:a="http://schemas.openxmlformats.org/drawingml/2006/main">
              <a:ext uri="{FF2B5EF4-FFF2-40B4-BE49-F238E27FC236}">
                <a16:creationId xmlns:a16="http://schemas.microsoft.com/office/drawing/2014/main" id="{EACF0E33-2B2E-4D70-962C-E7E477F11D83}"/>
              </a:ext>
            </a:extLst>
          </p:cNvPr>
          <p:cNvSpPr>
            <a:spLocks xmlns:a="http://schemas.openxmlformats.org/drawingml/2006/main" noGrp="1"/>
          </p:cNvSpPr>
          <p:nvPr/>
        </p:nvSpPr>
        <p:spPr>
          <a:xfrm xmlns:a="http://schemas.openxmlformats.org/drawingml/2006/main">
            <a:off x="7315200" y="5819775"/>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06975"/>
                </a:solidFill>
                <a:latin typeface="Inter"/>
                <a:ea typeface="Inter"/>
                <a:cs typeface="Inter"/>
              </a:defRPr>
            </a:defPPr>
            <a:lvl1pPr>
              <a:defRPr sz="1575" b="0">
                <a:solidFill>
                  <a:srgbClr val="606975"/>
                </a:solidFill>
                <a:latin typeface="Inter"/>
                <a:ea typeface="Inter"/>
                <a:cs typeface="Inter"/>
              </a:defRPr>
            </a:lvl1pPr>
            <a:lvl2pPr>
              <a:defRPr sz="1575" b="0">
                <a:solidFill>
                  <a:srgbClr val="606975"/>
                </a:solidFill>
                <a:latin typeface="Inter"/>
                <a:ea typeface="Inter"/>
                <a:cs typeface="Inter"/>
              </a:defRPr>
            </a:lvl2pPr>
            <a:lvl3pPr>
              <a:defRPr sz="1575" b="0">
                <a:solidFill>
                  <a:srgbClr val="606975"/>
                </a:solidFill>
                <a:latin typeface="Inter"/>
                <a:ea typeface="Inter"/>
                <a:cs typeface="Inter"/>
              </a:defRPr>
            </a:lvl3pPr>
            <a:lvl4pPr>
              <a:defRPr sz="1575" b="0">
                <a:solidFill>
                  <a:srgbClr val="606975"/>
                </a:solidFill>
                <a:latin typeface="Inter"/>
                <a:ea typeface="Inter"/>
                <a:cs typeface="Inter"/>
              </a:defRPr>
            </a:lvl4pPr>
            <a:lvl5pPr>
              <a:defRPr sz="1575" b="0">
                <a:solidFill>
                  <a:srgbClr val="606975"/>
                </a:solidFill>
                <a:latin typeface="Inter"/>
                <a:ea typeface="Inter"/>
                <a:cs typeface="Inter"/>
              </a:defRPr>
            </a:lvl5pPr>
            <a:lvl6pPr>
              <a:defRPr sz="1575" b="0">
                <a:solidFill>
                  <a:srgbClr val="606975"/>
                </a:solidFill>
                <a:latin typeface="Inter"/>
                <a:ea typeface="Inter"/>
                <a:cs typeface="Inter"/>
              </a:defRPr>
            </a:lvl6pPr>
            <a:lvl7pPr>
              <a:defRPr sz="1575" b="0">
                <a:solidFill>
                  <a:srgbClr val="606975"/>
                </a:solidFill>
                <a:latin typeface="Inter"/>
                <a:ea typeface="Inter"/>
                <a:cs typeface="Inter"/>
              </a:defRPr>
            </a:lvl7pPr>
            <a:lvl8pPr>
              <a:defRPr sz="1575" b="0">
                <a:solidFill>
                  <a:srgbClr val="606975"/>
                </a:solidFill>
                <a:latin typeface="Inter"/>
                <a:ea typeface="Inter"/>
                <a:cs typeface="Inter"/>
              </a:defRPr>
            </a:lvl8pPr>
            <a:lvl9pPr>
              <a:defRPr sz="1575" b="0">
                <a:solidFill>
                  <a:srgbClr val="606975"/>
                </a:solidFill>
                <a:latin typeface="Inter"/>
                <a:ea typeface="Inter"/>
                <a:cs typeface="Inter"/>
              </a:defRPr>
            </a:lvl9pPr>
          </a:lstStyle>
          <a:p xmlns:a="http://schemas.openxmlformats.org/drawingml/2006/main">
            <a:pPr>
              <a:defRPr sz="1575" b="0">
                <a:solidFill>
                  <a:srgbClr val="606975"/>
                </a:solidFill>
                <a:latin typeface="Inter"/>
                <a:ea typeface="Inter"/>
                <a:cs typeface="Inter"/>
              </a:defRPr>
            </a:pPr>
            <a:r>
              <a:rPr sz="1575" b="0">
                <a:solidFill>
                  <a:srgbClr val="606975"/>
                </a:solidFill>
                <a:latin typeface="Inter"/>
                <a:ea typeface="Inter"/>
                <a:cs typeface="Inter"/>
              </a:rPr>
              <a:t>Davide Mauro · CC BY-SA 4.0</a:t>
            </a:r>
          </a:p>
        </p:txBody>
      </p:sp>
    </p:spTree>
    <p:extLst>
      <p:ext uri="{BB962C8B-B14F-4D97-AF65-F5344CB8AC3E}">
        <p14:creationId xmlns:p14="http://schemas.microsoft.com/office/powerpoint/2010/main" val="1521445802"/>
      </p:ext>
    </p:extLst>
  </p:cSld>
</p:sld>
</file>

<file path=ppt/slides/slide7.xml><?xml version="1.0" encoding="utf-8"?>
<p:sld xmlns:p="http://schemas.openxmlformats.org/presentationml/2006/main">
  <p:cSld>
    <p:bg>
      <p:bgPr>
        <a:solidFill xmlns:a="http://schemas.openxmlformats.org/drawingml/2006/main">
          <a:srgbClr val="1D2026"/>
        </a:solidFill>
      </p:bgPr>
    </p:bg>
    <p:spTree>
      <p:nvGrpSpPr>
        <p:cNvPr id="1" name=""/>
        <p:cNvGrpSpPr/>
        <p:nvPr/>
      </p:nvGrpSpPr>
      <p:grpSpPr>
        <a:xfrm xmlns:a="http://schemas.openxmlformats.org/drawingml/2006/main"/>
      </p:grpSpPr>
      <p:sp>
        <p:nvSpPr>
          <p:cNvPr id="14" name="Как работает RAG">
            <a:extLst xmlns:a="http://schemas.openxmlformats.org/drawingml/2006/main">
              <a:ext uri="{FF2B5EF4-FFF2-40B4-BE49-F238E27FC236}">
                <a16:creationId xmlns:a16="http://schemas.microsoft.com/office/drawing/2014/main" id="{25FA3131-47DE-429A-876C-8B30DF7B3945}"/>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FFFFF"/>
                </a:solidFill>
                <a:latin typeface="Inter"/>
                <a:ea typeface="Inter"/>
                <a:cs typeface="Inter"/>
              </a:defRPr>
            </a:defPPr>
            <a:lvl1pPr>
              <a:defRPr sz="3600" b="1">
                <a:solidFill>
                  <a:srgbClr val="FFFFFF"/>
                </a:solidFill>
                <a:latin typeface="Inter"/>
                <a:ea typeface="Inter"/>
                <a:cs typeface="Inter"/>
              </a:defRPr>
            </a:lvl1pPr>
            <a:lvl2pPr>
              <a:defRPr sz="3600" b="1">
                <a:solidFill>
                  <a:srgbClr val="FFFFFF"/>
                </a:solidFill>
                <a:latin typeface="Inter"/>
                <a:ea typeface="Inter"/>
                <a:cs typeface="Inter"/>
              </a:defRPr>
            </a:lvl2pPr>
            <a:lvl3pPr>
              <a:defRPr sz="3600" b="1">
                <a:solidFill>
                  <a:srgbClr val="FFFFFF"/>
                </a:solidFill>
                <a:latin typeface="Inter"/>
                <a:ea typeface="Inter"/>
                <a:cs typeface="Inter"/>
              </a:defRPr>
            </a:lvl3pPr>
            <a:lvl4pPr>
              <a:defRPr sz="3600" b="1">
                <a:solidFill>
                  <a:srgbClr val="FFFFFF"/>
                </a:solidFill>
                <a:latin typeface="Inter"/>
                <a:ea typeface="Inter"/>
                <a:cs typeface="Inter"/>
              </a:defRPr>
            </a:lvl4pPr>
            <a:lvl5pPr>
              <a:defRPr sz="3600" b="1">
                <a:solidFill>
                  <a:srgbClr val="FFFFFF"/>
                </a:solidFill>
                <a:latin typeface="Inter"/>
                <a:ea typeface="Inter"/>
                <a:cs typeface="Inter"/>
              </a:defRPr>
            </a:lvl5pPr>
            <a:lvl6pPr>
              <a:defRPr sz="3600" b="1">
                <a:solidFill>
                  <a:srgbClr val="FFFFFF"/>
                </a:solidFill>
                <a:latin typeface="Inter"/>
                <a:ea typeface="Inter"/>
                <a:cs typeface="Inter"/>
              </a:defRPr>
            </a:lvl6pPr>
            <a:lvl7pPr>
              <a:defRPr sz="3600" b="1">
                <a:solidFill>
                  <a:srgbClr val="FFFFFF"/>
                </a:solidFill>
                <a:latin typeface="Inter"/>
                <a:ea typeface="Inter"/>
                <a:cs typeface="Inter"/>
              </a:defRPr>
            </a:lvl7pPr>
            <a:lvl8pPr>
              <a:defRPr sz="3600" b="1">
                <a:solidFill>
                  <a:srgbClr val="FFFFFF"/>
                </a:solidFill>
                <a:latin typeface="Inter"/>
                <a:ea typeface="Inter"/>
                <a:cs typeface="Inter"/>
              </a:defRPr>
            </a:lvl8pPr>
            <a:lvl9pPr>
              <a:defRPr sz="3600" b="1">
                <a:solidFill>
                  <a:srgbClr val="FFFFFF"/>
                </a:solidFill>
                <a:latin typeface="Inter"/>
                <a:ea typeface="Inter"/>
                <a:cs typeface="Inter"/>
              </a:defRPr>
            </a:lvl9pPr>
          </a:lstStyle>
          <a:p xmlns:a="http://schemas.openxmlformats.org/drawingml/2006/main">
            <a:pPr>
              <a:defRPr sz="3600" b="1">
                <a:solidFill>
                  <a:srgbClr val="FFFFFF"/>
                </a:solidFill>
                <a:latin typeface="Inter"/>
                <a:ea typeface="Inter"/>
                <a:cs typeface="Inter"/>
              </a:defRPr>
            </a:pPr>
            <a:r>
              <a:rPr sz="3600" b="1">
                <a:solidFill>
                  <a:srgbClr val="FFFFFF"/>
                </a:solidFill>
                <a:latin typeface="Inter"/>
                <a:ea typeface="Inter"/>
                <a:cs typeface="Inter"/>
              </a:rPr>
              <a:t>Как работает RAG</a:t>
            </a:r>
          </a:p>
        </p:txBody>
      </p:sp>
      <p:pic>
        <p:nvPicPr>
          <p:cNvPr id="2" name="">
            <a:extLst xmlns:a="http://schemas.openxmlformats.org/drawingml/2006/main">
              <a:ext uri="{FF2B5EF4-FFF2-40B4-BE49-F238E27FC236}">
                <a16:creationId xmlns:a16="http://schemas.microsoft.com/office/drawing/2014/main" id="{3AB60855-BF23-4E01-8D5D-D04C11256074}"/>
              </a:ext>
            </a:extLst>
          </p:cNvPr>
          <p:cNvPicPr>
            <a:picLocks xmlns:a="http://schemas.openxmlformats.org/drawingml/2006/main" noChangeAspect="1"/>
          </p:cNvPicPr>
          <p:nvPr/>
        </p:nvPicPr>
        <p:blipFill>
          <a:blip xmlns:r="http://schemas.openxmlformats.org/officeDocument/2006/relationships" xmlns:a="http://schemas.openxmlformats.org/drawingml/2006/main" r:embed="Rfe9fcc219bee465f">
            <a:extLst>
              <a:ext uri="{96DAC541-7B7A-43D3-8B79-37D633B846F1}">
                <asvg:svgBlip xmlns:asvg="http://schemas.microsoft.com/office/drawing/2016/SVG/main" r:embed="R8a1fe05b3fb94f09"/>
              </a:ext>
            </a:extLst>
          </a:blip>
          <a:stretch xmlns:a="http://schemas.openxmlformats.org/drawingml/2006/main"/>
        </p:blipFill>
        <p:spPr>
          <a:xfrm xmlns:a="http://schemas.openxmlformats.org/drawingml/2006/main">
            <a:off x="609600" y="2000250"/>
            <a:ext cx="628650" cy="628650"/>
          </a:xfrm>
          <a:prstGeom xmlns:a="http://schemas.openxmlformats.org/drawingml/2006/main" prst="rect">
            <a:avLst/>
          </a:prstGeom>
        </p:spPr>
      </p:pic>
      <p:sp>
        <p:nvSpPr>
          <p:cNvPr id="3" name="Запрос и контекст">
            <a:extLst xmlns:a="http://schemas.openxmlformats.org/drawingml/2006/main">
              <a:ext uri="{FF2B5EF4-FFF2-40B4-BE49-F238E27FC236}">
                <a16:creationId xmlns:a16="http://schemas.microsoft.com/office/drawing/2014/main" id="{8F7475B0-CBCC-4ED8-B166-F749EA451F42}"/>
              </a:ext>
            </a:extLst>
          </p:cNvPr>
          <p:cNvSpPr>
            <a:spLocks xmlns:a="http://schemas.openxmlformats.org/drawingml/2006/main" noGrp="1"/>
          </p:cNvSpPr>
          <p:nvPr/>
        </p:nvSpPr>
        <p:spPr>
          <a:xfrm xmlns:a="http://schemas.openxmlformats.org/drawingml/2006/main">
            <a:off x="609600" y="3057525"/>
            <a:ext cx="338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FFFFFF"/>
                </a:solidFill>
                <a:latin typeface="Inter"/>
                <a:ea typeface="Inter"/>
                <a:cs typeface="Inter"/>
              </a:defRPr>
            </a:defPPr>
            <a:lvl1pPr>
              <a:defRPr sz="2550" b="1">
                <a:solidFill>
                  <a:srgbClr val="FFFFFF"/>
                </a:solidFill>
                <a:latin typeface="Inter"/>
                <a:ea typeface="Inter"/>
                <a:cs typeface="Inter"/>
              </a:defRPr>
            </a:lvl1pPr>
            <a:lvl2pPr>
              <a:defRPr sz="2550" b="1">
                <a:solidFill>
                  <a:srgbClr val="FFFFFF"/>
                </a:solidFill>
                <a:latin typeface="Inter"/>
                <a:ea typeface="Inter"/>
                <a:cs typeface="Inter"/>
              </a:defRPr>
            </a:lvl2pPr>
            <a:lvl3pPr>
              <a:defRPr sz="2550" b="1">
                <a:solidFill>
                  <a:srgbClr val="FFFFFF"/>
                </a:solidFill>
                <a:latin typeface="Inter"/>
                <a:ea typeface="Inter"/>
                <a:cs typeface="Inter"/>
              </a:defRPr>
            </a:lvl3pPr>
            <a:lvl4pPr>
              <a:defRPr sz="2550" b="1">
                <a:solidFill>
                  <a:srgbClr val="FFFFFF"/>
                </a:solidFill>
                <a:latin typeface="Inter"/>
                <a:ea typeface="Inter"/>
                <a:cs typeface="Inter"/>
              </a:defRPr>
            </a:lvl4pPr>
            <a:lvl5pPr>
              <a:defRPr sz="2550" b="1">
                <a:solidFill>
                  <a:srgbClr val="FFFFFF"/>
                </a:solidFill>
                <a:latin typeface="Inter"/>
                <a:ea typeface="Inter"/>
                <a:cs typeface="Inter"/>
              </a:defRPr>
            </a:lvl5pPr>
            <a:lvl6pPr>
              <a:defRPr sz="2550" b="1">
                <a:solidFill>
                  <a:srgbClr val="FFFFFF"/>
                </a:solidFill>
                <a:latin typeface="Inter"/>
                <a:ea typeface="Inter"/>
                <a:cs typeface="Inter"/>
              </a:defRPr>
            </a:lvl6pPr>
            <a:lvl7pPr>
              <a:defRPr sz="2550" b="1">
                <a:solidFill>
                  <a:srgbClr val="FFFFFF"/>
                </a:solidFill>
                <a:latin typeface="Inter"/>
                <a:ea typeface="Inter"/>
                <a:cs typeface="Inter"/>
              </a:defRPr>
            </a:lvl7pPr>
            <a:lvl8pPr>
              <a:defRPr sz="2550" b="1">
                <a:solidFill>
                  <a:srgbClr val="FFFFFF"/>
                </a:solidFill>
                <a:latin typeface="Inter"/>
                <a:ea typeface="Inter"/>
                <a:cs typeface="Inter"/>
              </a:defRPr>
            </a:lvl8pPr>
            <a:lvl9pPr>
              <a:defRPr sz="2550" b="1">
                <a:solidFill>
                  <a:srgbClr val="FFFFFF"/>
                </a:solidFill>
                <a:latin typeface="Inter"/>
                <a:ea typeface="Inter"/>
                <a:cs typeface="Inter"/>
              </a:defRPr>
            </a:lvl9pPr>
          </a:lstStyle>
          <a:p xmlns:a="http://schemas.openxmlformats.org/drawingml/2006/main">
            <a:pPr>
              <a:defRPr sz="2550" b="1">
                <a:solidFill>
                  <a:srgbClr val="FFFFFF"/>
                </a:solidFill>
                <a:latin typeface="Inter"/>
                <a:ea typeface="Inter"/>
                <a:cs typeface="Inter"/>
              </a:defRPr>
            </a:pPr>
            <a:r>
              <a:rPr sz="2550" b="1">
                <a:solidFill>
                  <a:srgbClr val="FFFFFF"/>
                </a:solidFill>
                <a:latin typeface="Inter"/>
                <a:ea typeface="Inter"/>
                <a:cs typeface="Inter"/>
              </a:rPr>
              <a:t>Запрос и контекст</a:t>
            </a:r>
          </a:p>
        </p:txBody>
      </p:sp>
      <p:sp>
        <p:nvSpPr>
          <p:cNvPr id="4" name="Место, интересы,&#10;время и ограничения">
            <a:extLst xmlns:a="http://schemas.openxmlformats.org/drawingml/2006/main">
              <a:ext uri="{FF2B5EF4-FFF2-40B4-BE49-F238E27FC236}">
                <a16:creationId xmlns:a16="http://schemas.microsoft.com/office/drawing/2014/main" id="{E7F67DAF-2FAB-4BD2-A79E-9DBF8366D860}"/>
              </a:ext>
            </a:extLst>
          </p:cNvPr>
          <p:cNvSpPr>
            <a:spLocks xmlns:a="http://schemas.openxmlformats.org/drawingml/2006/main" noGrp="1"/>
          </p:cNvSpPr>
          <p:nvPr/>
        </p:nvSpPr>
        <p:spPr>
          <a:xfrm xmlns:a="http://schemas.openxmlformats.org/drawingml/2006/main">
            <a:off x="609600" y="4162425"/>
            <a:ext cx="33813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CDD2DD"/>
                </a:solidFill>
                <a:latin typeface="Inter"/>
                <a:ea typeface="Inter"/>
                <a:cs typeface="Inter"/>
              </a:defRPr>
            </a:defPPr>
            <a:lvl1pPr>
              <a:defRPr sz="2025" b="0">
                <a:solidFill>
                  <a:srgbClr val="CDD2DD"/>
                </a:solidFill>
                <a:latin typeface="Inter"/>
                <a:ea typeface="Inter"/>
                <a:cs typeface="Inter"/>
              </a:defRPr>
            </a:lvl1pPr>
            <a:lvl2pPr>
              <a:defRPr sz="2025" b="0">
                <a:solidFill>
                  <a:srgbClr val="CDD2DD"/>
                </a:solidFill>
                <a:latin typeface="Inter"/>
                <a:ea typeface="Inter"/>
                <a:cs typeface="Inter"/>
              </a:defRPr>
            </a:lvl2pPr>
            <a:lvl3pPr>
              <a:defRPr sz="2025" b="0">
                <a:solidFill>
                  <a:srgbClr val="CDD2DD"/>
                </a:solidFill>
                <a:latin typeface="Inter"/>
                <a:ea typeface="Inter"/>
                <a:cs typeface="Inter"/>
              </a:defRPr>
            </a:lvl3pPr>
            <a:lvl4pPr>
              <a:defRPr sz="2025" b="0">
                <a:solidFill>
                  <a:srgbClr val="CDD2DD"/>
                </a:solidFill>
                <a:latin typeface="Inter"/>
                <a:ea typeface="Inter"/>
                <a:cs typeface="Inter"/>
              </a:defRPr>
            </a:lvl4pPr>
            <a:lvl5pPr>
              <a:defRPr sz="2025" b="0">
                <a:solidFill>
                  <a:srgbClr val="CDD2DD"/>
                </a:solidFill>
                <a:latin typeface="Inter"/>
                <a:ea typeface="Inter"/>
                <a:cs typeface="Inter"/>
              </a:defRPr>
            </a:lvl5pPr>
            <a:lvl6pPr>
              <a:defRPr sz="2025" b="0">
                <a:solidFill>
                  <a:srgbClr val="CDD2DD"/>
                </a:solidFill>
                <a:latin typeface="Inter"/>
                <a:ea typeface="Inter"/>
                <a:cs typeface="Inter"/>
              </a:defRPr>
            </a:lvl6pPr>
            <a:lvl7pPr>
              <a:defRPr sz="2025" b="0">
                <a:solidFill>
                  <a:srgbClr val="CDD2DD"/>
                </a:solidFill>
                <a:latin typeface="Inter"/>
                <a:ea typeface="Inter"/>
                <a:cs typeface="Inter"/>
              </a:defRPr>
            </a:lvl7pPr>
            <a:lvl8pPr>
              <a:defRPr sz="2025" b="0">
                <a:solidFill>
                  <a:srgbClr val="CDD2DD"/>
                </a:solidFill>
                <a:latin typeface="Inter"/>
                <a:ea typeface="Inter"/>
                <a:cs typeface="Inter"/>
              </a:defRPr>
            </a:lvl8pPr>
            <a:lvl9pPr>
              <a:defRPr sz="2025" b="0">
                <a:solidFill>
                  <a:srgbClr val="CDD2DD"/>
                </a:solidFill>
                <a:latin typeface="Inter"/>
                <a:ea typeface="Inter"/>
                <a:cs typeface="Inter"/>
              </a:defRPr>
            </a:lvl9pPr>
          </a:lstStyle>
          <a:p xmlns:a="http://schemas.openxmlformats.org/drawingml/2006/main">
            <a:pPr>
              <a:defRPr sz="2025" b="0">
                <a:solidFill>
                  <a:srgbClr val="CDD2DD"/>
                </a:solidFill>
                <a:latin typeface="Inter"/>
                <a:ea typeface="Inter"/>
                <a:cs typeface="Inter"/>
              </a:defRPr>
            </a:pPr>
            <a:r>
              <a:rPr sz="2025" b="0">
                <a:solidFill>
                  <a:srgbClr val="CDD2DD"/>
                </a:solidFill>
                <a:latin typeface="Inter"/>
                <a:ea typeface="Inter"/>
                <a:cs typeface="Inter"/>
              </a:rPr>
              <a:t>Место, интересы,</a:t>
            </a:r>
          </a:p>
          <a:p xmlns:a="http://schemas.openxmlformats.org/drawingml/2006/main">
            <a:pPr>
              <a:defRPr sz="2025" b="0">
                <a:solidFill>
                  <a:srgbClr val="CDD2DD"/>
                </a:solidFill>
                <a:latin typeface="Inter"/>
                <a:ea typeface="Inter"/>
                <a:cs typeface="Inter"/>
              </a:defRPr>
            </a:pPr>
            <a:r>
              <a:rPr sz="2025" b="0">
                <a:solidFill>
                  <a:srgbClr val="CDD2DD"/>
                </a:solidFill>
                <a:latin typeface="Inter"/>
                <a:ea typeface="Inter"/>
                <a:cs typeface="Inter"/>
              </a:rPr>
              <a:t>время и ограничения</a:t>
            </a:r>
          </a:p>
        </p:txBody>
      </p:sp>
      <p:pic>
        <p:nvPicPr>
          <p:cNvPr id="5" name="">
            <a:extLst xmlns:a="http://schemas.openxmlformats.org/drawingml/2006/main">
              <a:ext uri="{FF2B5EF4-FFF2-40B4-BE49-F238E27FC236}">
                <a16:creationId xmlns:a16="http://schemas.microsoft.com/office/drawing/2014/main" id="{FD0A07A0-69FA-470E-BD10-D3E120F79957}"/>
              </a:ext>
            </a:extLst>
          </p:cNvPr>
          <p:cNvPicPr>
            <a:picLocks xmlns:a="http://schemas.openxmlformats.org/drawingml/2006/main" noChangeAspect="1"/>
          </p:cNvPicPr>
          <p:nvPr/>
        </p:nvPicPr>
        <p:blipFill>
          <a:blip xmlns:r="http://schemas.openxmlformats.org/officeDocument/2006/relationships" xmlns:a="http://schemas.openxmlformats.org/drawingml/2006/main" r:embed="Ra4d4223043b94dad">
            <a:extLst>
              <a:ext uri="{96DAC541-7B7A-43D3-8B79-37D633B846F1}">
                <asvg:svgBlip xmlns:asvg="http://schemas.microsoft.com/office/drawing/2016/SVG/main" r:embed="R43e7047d12e94191"/>
              </a:ext>
            </a:extLst>
          </a:blip>
          <a:stretch xmlns:a="http://schemas.openxmlformats.org/drawingml/2006/main"/>
        </p:blipFill>
        <p:spPr>
          <a:xfrm xmlns:a="http://schemas.openxmlformats.org/drawingml/2006/main">
            <a:off x="3771900" y="2095500"/>
            <a:ext cx="400050" cy="4000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9A832A1-A78E-45CD-82D3-7F378F35C8B8}"/>
              </a:ext>
            </a:extLst>
          </p:cNvPr>
          <p:cNvPicPr>
            <a:picLocks xmlns:a="http://schemas.openxmlformats.org/drawingml/2006/main" noChangeAspect="1"/>
          </p:cNvPicPr>
          <p:nvPr/>
        </p:nvPicPr>
        <p:blipFill>
          <a:blip xmlns:r="http://schemas.openxmlformats.org/officeDocument/2006/relationships" xmlns:a="http://schemas.openxmlformats.org/drawingml/2006/main" r:embed="Ra0e0cd5e6da44e43">
            <a:extLst>
              <a:ext uri="{96DAC541-7B7A-43D3-8B79-37D633B846F1}">
                <asvg:svgBlip xmlns:asvg="http://schemas.microsoft.com/office/drawing/2016/SVG/main" r:embed="R84ebd14e13fa41d6"/>
              </a:ext>
            </a:extLst>
          </a:blip>
          <a:stretch xmlns:a="http://schemas.openxmlformats.org/drawingml/2006/main"/>
        </p:blipFill>
        <p:spPr>
          <a:xfrm xmlns:a="http://schemas.openxmlformats.org/drawingml/2006/main">
            <a:off x="4476750" y="2000250"/>
            <a:ext cx="628650" cy="628650"/>
          </a:xfrm>
          <a:prstGeom xmlns:a="http://schemas.openxmlformats.org/drawingml/2006/main" prst="rect">
            <a:avLst/>
          </a:prstGeom>
        </p:spPr>
      </p:pic>
      <p:sp>
        <p:nvSpPr>
          <p:cNvPr id="7" name="Поиск по POI">
            <a:extLst xmlns:a="http://schemas.openxmlformats.org/drawingml/2006/main">
              <a:ext uri="{FF2B5EF4-FFF2-40B4-BE49-F238E27FC236}">
                <a16:creationId xmlns:a16="http://schemas.microsoft.com/office/drawing/2014/main" id="{D5370745-F618-4281-B05A-3140BE72354C}"/>
              </a:ext>
            </a:extLst>
          </p:cNvPr>
          <p:cNvSpPr>
            <a:spLocks xmlns:a="http://schemas.openxmlformats.org/drawingml/2006/main" noGrp="1"/>
          </p:cNvSpPr>
          <p:nvPr/>
        </p:nvSpPr>
        <p:spPr>
          <a:xfrm xmlns:a="http://schemas.openxmlformats.org/drawingml/2006/main">
            <a:off x="4476750" y="3057525"/>
            <a:ext cx="338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FFFFFF"/>
                </a:solidFill>
                <a:latin typeface="Inter"/>
                <a:ea typeface="Inter"/>
                <a:cs typeface="Inter"/>
              </a:defRPr>
            </a:defPPr>
            <a:lvl1pPr>
              <a:defRPr sz="2550" b="1">
                <a:solidFill>
                  <a:srgbClr val="FFFFFF"/>
                </a:solidFill>
                <a:latin typeface="Inter"/>
                <a:ea typeface="Inter"/>
                <a:cs typeface="Inter"/>
              </a:defRPr>
            </a:lvl1pPr>
            <a:lvl2pPr>
              <a:defRPr sz="2550" b="1">
                <a:solidFill>
                  <a:srgbClr val="FFFFFF"/>
                </a:solidFill>
                <a:latin typeface="Inter"/>
                <a:ea typeface="Inter"/>
                <a:cs typeface="Inter"/>
              </a:defRPr>
            </a:lvl2pPr>
            <a:lvl3pPr>
              <a:defRPr sz="2550" b="1">
                <a:solidFill>
                  <a:srgbClr val="FFFFFF"/>
                </a:solidFill>
                <a:latin typeface="Inter"/>
                <a:ea typeface="Inter"/>
                <a:cs typeface="Inter"/>
              </a:defRPr>
            </a:lvl3pPr>
            <a:lvl4pPr>
              <a:defRPr sz="2550" b="1">
                <a:solidFill>
                  <a:srgbClr val="FFFFFF"/>
                </a:solidFill>
                <a:latin typeface="Inter"/>
                <a:ea typeface="Inter"/>
                <a:cs typeface="Inter"/>
              </a:defRPr>
            </a:lvl4pPr>
            <a:lvl5pPr>
              <a:defRPr sz="2550" b="1">
                <a:solidFill>
                  <a:srgbClr val="FFFFFF"/>
                </a:solidFill>
                <a:latin typeface="Inter"/>
                <a:ea typeface="Inter"/>
                <a:cs typeface="Inter"/>
              </a:defRPr>
            </a:lvl5pPr>
            <a:lvl6pPr>
              <a:defRPr sz="2550" b="1">
                <a:solidFill>
                  <a:srgbClr val="FFFFFF"/>
                </a:solidFill>
                <a:latin typeface="Inter"/>
                <a:ea typeface="Inter"/>
                <a:cs typeface="Inter"/>
              </a:defRPr>
            </a:lvl6pPr>
            <a:lvl7pPr>
              <a:defRPr sz="2550" b="1">
                <a:solidFill>
                  <a:srgbClr val="FFFFFF"/>
                </a:solidFill>
                <a:latin typeface="Inter"/>
                <a:ea typeface="Inter"/>
                <a:cs typeface="Inter"/>
              </a:defRPr>
            </a:lvl7pPr>
            <a:lvl8pPr>
              <a:defRPr sz="2550" b="1">
                <a:solidFill>
                  <a:srgbClr val="FFFFFF"/>
                </a:solidFill>
                <a:latin typeface="Inter"/>
                <a:ea typeface="Inter"/>
                <a:cs typeface="Inter"/>
              </a:defRPr>
            </a:lvl8pPr>
            <a:lvl9pPr>
              <a:defRPr sz="2550" b="1">
                <a:solidFill>
                  <a:srgbClr val="FFFFFF"/>
                </a:solidFill>
                <a:latin typeface="Inter"/>
                <a:ea typeface="Inter"/>
                <a:cs typeface="Inter"/>
              </a:defRPr>
            </a:lvl9pPr>
          </a:lstStyle>
          <a:p xmlns:a="http://schemas.openxmlformats.org/drawingml/2006/main">
            <a:pPr>
              <a:defRPr sz="2550" b="1">
                <a:solidFill>
                  <a:srgbClr val="FFFFFF"/>
                </a:solidFill>
                <a:latin typeface="Inter"/>
                <a:ea typeface="Inter"/>
                <a:cs typeface="Inter"/>
              </a:defRPr>
            </a:pPr>
            <a:r>
              <a:rPr sz="2550" b="1">
                <a:solidFill>
                  <a:srgbClr val="FFFFFF"/>
                </a:solidFill>
                <a:latin typeface="Inter"/>
                <a:ea typeface="Inter"/>
                <a:cs typeface="Inter"/>
              </a:rPr>
              <a:t>Поиск по POI</a:t>
            </a:r>
          </a:p>
        </p:txBody>
      </p:sp>
      <p:sp>
        <p:nvSpPr>
          <p:cNvPr id="8" name="Текст + локальная нейросеть&#10;+ проверка условий">
            <a:extLst xmlns:a="http://schemas.openxmlformats.org/drawingml/2006/main">
              <a:ext uri="{FF2B5EF4-FFF2-40B4-BE49-F238E27FC236}">
                <a16:creationId xmlns:a16="http://schemas.microsoft.com/office/drawing/2014/main" id="{21DD6CC5-3C42-414A-A6FD-8A78F1ADB630}"/>
              </a:ext>
            </a:extLst>
          </p:cNvPr>
          <p:cNvSpPr>
            <a:spLocks xmlns:a="http://schemas.openxmlformats.org/drawingml/2006/main" noGrp="1"/>
          </p:cNvSpPr>
          <p:nvPr/>
        </p:nvSpPr>
        <p:spPr>
          <a:xfrm xmlns:a="http://schemas.openxmlformats.org/drawingml/2006/main">
            <a:off x="4476750" y="4162425"/>
            <a:ext cx="33813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CDD2DD"/>
                </a:solidFill>
                <a:latin typeface="Inter"/>
                <a:ea typeface="Inter"/>
                <a:cs typeface="Inter"/>
              </a:defRPr>
            </a:defPPr>
            <a:lvl1pPr>
              <a:defRPr sz="2025" b="0">
                <a:solidFill>
                  <a:srgbClr val="CDD2DD"/>
                </a:solidFill>
                <a:latin typeface="Inter"/>
                <a:ea typeface="Inter"/>
                <a:cs typeface="Inter"/>
              </a:defRPr>
            </a:lvl1pPr>
            <a:lvl2pPr>
              <a:defRPr sz="2025" b="0">
                <a:solidFill>
                  <a:srgbClr val="CDD2DD"/>
                </a:solidFill>
                <a:latin typeface="Inter"/>
                <a:ea typeface="Inter"/>
                <a:cs typeface="Inter"/>
              </a:defRPr>
            </a:lvl2pPr>
            <a:lvl3pPr>
              <a:defRPr sz="2025" b="0">
                <a:solidFill>
                  <a:srgbClr val="CDD2DD"/>
                </a:solidFill>
                <a:latin typeface="Inter"/>
                <a:ea typeface="Inter"/>
                <a:cs typeface="Inter"/>
              </a:defRPr>
            </a:lvl3pPr>
            <a:lvl4pPr>
              <a:defRPr sz="2025" b="0">
                <a:solidFill>
                  <a:srgbClr val="CDD2DD"/>
                </a:solidFill>
                <a:latin typeface="Inter"/>
                <a:ea typeface="Inter"/>
                <a:cs typeface="Inter"/>
              </a:defRPr>
            </a:lvl4pPr>
            <a:lvl5pPr>
              <a:defRPr sz="2025" b="0">
                <a:solidFill>
                  <a:srgbClr val="CDD2DD"/>
                </a:solidFill>
                <a:latin typeface="Inter"/>
                <a:ea typeface="Inter"/>
                <a:cs typeface="Inter"/>
              </a:defRPr>
            </a:lvl5pPr>
            <a:lvl6pPr>
              <a:defRPr sz="2025" b="0">
                <a:solidFill>
                  <a:srgbClr val="CDD2DD"/>
                </a:solidFill>
                <a:latin typeface="Inter"/>
                <a:ea typeface="Inter"/>
                <a:cs typeface="Inter"/>
              </a:defRPr>
            </a:lvl6pPr>
            <a:lvl7pPr>
              <a:defRPr sz="2025" b="0">
                <a:solidFill>
                  <a:srgbClr val="CDD2DD"/>
                </a:solidFill>
                <a:latin typeface="Inter"/>
                <a:ea typeface="Inter"/>
                <a:cs typeface="Inter"/>
              </a:defRPr>
            </a:lvl7pPr>
            <a:lvl8pPr>
              <a:defRPr sz="2025" b="0">
                <a:solidFill>
                  <a:srgbClr val="CDD2DD"/>
                </a:solidFill>
                <a:latin typeface="Inter"/>
                <a:ea typeface="Inter"/>
                <a:cs typeface="Inter"/>
              </a:defRPr>
            </a:lvl8pPr>
            <a:lvl9pPr>
              <a:defRPr sz="2025" b="0">
                <a:solidFill>
                  <a:srgbClr val="CDD2DD"/>
                </a:solidFill>
                <a:latin typeface="Inter"/>
                <a:ea typeface="Inter"/>
                <a:cs typeface="Inter"/>
              </a:defRPr>
            </a:lvl9pPr>
          </a:lstStyle>
          <a:p xmlns:a="http://schemas.openxmlformats.org/drawingml/2006/main">
            <a:pPr>
              <a:defRPr sz="2025" b="0">
                <a:solidFill>
                  <a:srgbClr val="CDD2DD"/>
                </a:solidFill>
                <a:latin typeface="Inter"/>
                <a:ea typeface="Inter"/>
                <a:cs typeface="Inter"/>
              </a:defRPr>
            </a:pPr>
            <a:r>
              <a:rPr sz="2025" b="0">
                <a:solidFill>
                  <a:srgbClr val="CDD2DD"/>
                </a:solidFill>
                <a:latin typeface="Inter"/>
                <a:ea typeface="Inter"/>
                <a:cs typeface="Inter"/>
              </a:rPr>
              <a:t>Текст + локальная нейросеть</a:t>
            </a:r>
          </a:p>
          <a:p xmlns:a="http://schemas.openxmlformats.org/drawingml/2006/main">
            <a:pPr>
              <a:defRPr sz="2025" b="0">
                <a:solidFill>
                  <a:srgbClr val="CDD2DD"/>
                </a:solidFill>
                <a:latin typeface="Inter"/>
                <a:ea typeface="Inter"/>
                <a:cs typeface="Inter"/>
              </a:defRPr>
            </a:pPr>
            <a:r>
              <a:rPr sz="2025" b="0">
                <a:solidFill>
                  <a:srgbClr val="CDD2DD"/>
                </a:solidFill>
                <a:latin typeface="Inter"/>
                <a:ea typeface="Inter"/>
                <a:cs typeface="Inter"/>
              </a:rPr>
              <a:t>+ проверка условий</a:t>
            </a:r>
          </a:p>
        </p:txBody>
      </p:sp>
      <p:pic>
        <p:nvPicPr>
          <p:cNvPr id="9" name="">
            <a:extLst xmlns:a="http://schemas.openxmlformats.org/drawingml/2006/main">
              <a:ext uri="{FF2B5EF4-FFF2-40B4-BE49-F238E27FC236}">
                <a16:creationId xmlns:a16="http://schemas.microsoft.com/office/drawing/2014/main" id="{B35587A0-9C60-4B2A-B6DA-63052FEA0504}"/>
              </a:ext>
            </a:extLst>
          </p:cNvPr>
          <p:cNvPicPr>
            <a:picLocks xmlns:a="http://schemas.openxmlformats.org/drawingml/2006/main" noChangeAspect="1"/>
          </p:cNvPicPr>
          <p:nvPr/>
        </p:nvPicPr>
        <p:blipFill>
          <a:blip xmlns:r="http://schemas.openxmlformats.org/officeDocument/2006/relationships" xmlns:a="http://schemas.openxmlformats.org/drawingml/2006/main" r:embed="R2e7703541ee940d1">
            <a:extLst>
              <a:ext uri="{96DAC541-7B7A-43D3-8B79-37D633B846F1}">
                <asvg:svgBlip xmlns:asvg="http://schemas.microsoft.com/office/drawing/2016/SVG/main" r:embed="R5a7125f1b5304179"/>
              </a:ext>
            </a:extLst>
          </a:blip>
          <a:stretch xmlns:a="http://schemas.openxmlformats.org/drawingml/2006/main"/>
        </p:blipFill>
        <p:spPr>
          <a:xfrm xmlns:a="http://schemas.openxmlformats.org/drawingml/2006/main">
            <a:off x="7639050" y="2095500"/>
            <a:ext cx="400050" cy="4000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4DEBDB08-13B0-43D0-B1BA-96D2A8E2D236}"/>
              </a:ext>
            </a:extLst>
          </p:cNvPr>
          <p:cNvPicPr>
            <a:picLocks xmlns:a="http://schemas.openxmlformats.org/drawingml/2006/main" noChangeAspect="1"/>
          </p:cNvPicPr>
          <p:nvPr/>
        </p:nvPicPr>
        <p:blipFill>
          <a:blip xmlns:r="http://schemas.openxmlformats.org/officeDocument/2006/relationships" xmlns:a="http://schemas.openxmlformats.org/drawingml/2006/main" r:embed="Rcef1d8112d7a4da0">
            <a:extLst>
              <a:ext uri="{96DAC541-7B7A-43D3-8B79-37D633B846F1}">
                <asvg:svgBlip xmlns:asvg="http://schemas.microsoft.com/office/drawing/2016/SVG/main" r:embed="R71319440c81c441c"/>
              </a:ext>
            </a:extLst>
          </a:blip>
          <a:stretch xmlns:a="http://schemas.openxmlformats.org/drawingml/2006/main"/>
        </p:blipFill>
        <p:spPr>
          <a:xfrm xmlns:a="http://schemas.openxmlformats.org/drawingml/2006/main">
            <a:off x="8343900" y="2000250"/>
            <a:ext cx="628650" cy="628650"/>
          </a:xfrm>
          <a:prstGeom xmlns:a="http://schemas.openxmlformats.org/drawingml/2006/main" prst="rect">
            <a:avLst/>
          </a:prstGeom>
        </p:spPr>
      </p:pic>
      <p:sp>
        <p:nvSpPr>
          <p:cNvPr id="11" name="Проверенный план">
            <a:extLst xmlns:a="http://schemas.openxmlformats.org/drawingml/2006/main">
              <a:ext uri="{FF2B5EF4-FFF2-40B4-BE49-F238E27FC236}">
                <a16:creationId xmlns:a16="http://schemas.microsoft.com/office/drawing/2014/main" id="{C2074DC6-FEED-4202-B178-E5A4F3EF34CA}"/>
              </a:ext>
            </a:extLst>
          </p:cNvPr>
          <p:cNvSpPr>
            <a:spLocks xmlns:a="http://schemas.openxmlformats.org/drawingml/2006/main" noGrp="1"/>
          </p:cNvSpPr>
          <p:nvPr/>
        </p:nvSpPr>
        <p:spPr>
          <a:xfrm xmlns:a="http://schemas.openxmlformats.org/drawingml/2006/main">
            <a:off x="8343900" y="3057525"/>
            <a:ext cx="338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FFFFFF"/>
                </a:solidFill>
                <a:latin typeface="Inter"/>
                <a:ea typeface="Inter"/>
                <a:cs typeface="Inter"/>
              </a:defRPr>
            </a:defPPr>
            <a:lvl1pPr>
              <a:defRPr sz="2550" b="1">
                <a:solidFill>
                  <a:srgbClr val="FFFFFF"/>
                </a:solidFill>
                <a:latin typeface="Inter"/>
                <a:ea typeface="Inter"/>
                <a:cs typeface="Inter"/>
              </a:defRPr>
            </a:lvl1pPr>
            <a:lvl2pPr>
              <a:defRPr sz="2550" b="1">
                <a:solidFill>
                  <a:srgbClr val="FFFFFF"/>
                </a:solidFill>
                <a:latin typeface="Inter"/>
                <a:ea typeface="Inter"/>
                <a:cs typeface="Inter"/>
              </a:defRPr>
            </a:lvl2pPr>
            <a:lvl3pPr>
              <a:defRPr sz="2550" b="1">
                <a:solidFill>
                  <a:srgbClr val="FFFFFF"/>
                </a:solidFill>
                <a:latin typeface="Inter"/>
                <a:ea typeface="Inter"/>
                <a:cs typeface="Inter"/>
              </a:defRPr>
            </a:lvl3pPr>
            <a:lvl4pPr>
              <a:defRPr sz="2550" b="1">
                <a:solidFill>
                  <a:srgbClr val="FFFFFF"/>
                </a:solidFill>
                <a:latin typeface="Inter"/>
                <a:ea typeface="Inter"/>
                <a:cs typeface="Inter"/>
              </a:defRPr>
            </a:lvl4pPr>
            <a:lvl5pPr>
              <a:defRPr sz="2550" b="1">
                <a:solidFill>
                  <a:srgbClr val="FFFFFF"/>
                </a:solidFill>
                <a:latin typeface="Inter"/>
                <a:ea typeface="Inter"/>
                <a:cs typeface="Inter"/>
              </a:defRPr>
            </a:lvl5pPr>
            <a:lvl6pPr>
              <a:defRPr sz="2550" b="1">
                <a:solidFill>
                  <a:srgbClr val="FFFFFF"/>
                </a:solidFill>
                <a:latin typeface="Inter"/>
                <a:ea typeface="Inter"/>
                <a:cs typeface="Inter"/>
              </a:defRPr>
            </a:lvl6pPr>
            <a:lvl7pPr>
              <a:defRPr sz="2550" b="1">
                <a:solidFill>
                  <a:srgbClr val="FFFFFF"/>
                </a:solidFill>
                <a:latin typeface="Inter"/>
                <a:ea typeface="Inter"/>
                <a:cs typeface="Inter"/>
              </a:defRPr>
            </a:lvl7pPr>
            <a:lvl8pPr>
              <a:defRPr sz="2550" b="1">
                <a:solidFill>
                  <a:srgbClr val="FFFFFF"/>
                </a:solidFill>
                <a:latin typeface="Inter"/>
                <a:ea typeface="Inter"/>
                <a:cs typeface="Inter"/>
              </a:defRPr>
            </a:lvl8pPr>
            <a:lvl9pPr>
              <a:defRPr sz="2550" b="1">
                <a:solidFill>
                  <a:srgbClr val="FFFFFF"/>
                </a:solidFill>
                <a:latin typeface="Inter"/>
                <a:ea typeface="Inter"/>
                <a:cs typeface="Inter"/>
              </a:defRPr>
            </a:lvl9pPr>
          </a:lstStyle>
          <a:p xmlns:a="http://schemas.openxmlformats.org/drawingml/2006/main">
            <a:pPr>
              <a:defRPr sz="2550" b="1">
                <a:solidFill>
                  <a:srgbClr val="FFFFFF"/>
                </a:solidFill>
                <a:latin typeface="Inter"/>
                <a:ea typeface="Inter"/>
                <a:cs typeface="Inter"/>
              </a:defRPr>
            </a:pPr>
            <a:r>
              <a:rPr sz="2550" b="1">
                <a:solidFill>
                  <a:srgbClr val="FFFFFF"/>
                </a:solidFill>
                <a:latin typeface="Inter"/>
                <a:ea typeface="Inter"/>
                <a:cs typeface="Inter"/>
              </a:rPr>
              <a:t>Проверенный план</a:t>
            </a:r>
          </a:p>
        </p:txBody>
      </p:sp>
      <p:sp>
        <p:nvSpPr>
          <p:cNvPr id="12" name="Реальные места,&#10;объяснения и действия">
            <a:extLst xmlns:a="http://schemas.openxmlformats.org/drawingml/2006/main">
              <a:ext uri="{FF2B5EF4-FFF2-40B4-BE49-F238E27FC236}">
                <a16:creationId xmlns:a16="http://schemas.microsoft.com/office/drawing/2014/main" id="{0AB25913-3C22-45F5-B6CD-2B9A08526941}"/>
              </a:ext>
            </a:extLst>
          </p:cNvPr>
          <p:cNvSpPr>
            <a:spLocks xmlns:a="http://schemas.openxmlformats.org/drawingml/2006/main" noGrp="1"/>
          </p:cNvSpPr>
          <p:nvPr/>
        </p:nvSpPr>
        <p:spPr>
          <a:xfrm xmlns:a="http://schemas.openxmlformats.org/drawingml/2006/main">
            <a:off x="8343900" y="4162425"/>
            <a:ext cx="33813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CDD2DD"/>
                </a:solidFill>
                <a:latin typeface="Inter"/>
                <a:ea typeface="Inter"/>
                <a:cs typeface="Inter"/>
              </a:defRPr>
            </a:defPPr>
            <a:lvl1pPr>
              <a:defRPr sz="2025" b="0">
                <a:solidFill>
                  <a:srgbClr val="CDD2DD"/>
                </a:solidFill>
                <a:latin typeface="Inter"/>
                <a:ea typeface="Inter"/>
                <a:cs typeface="Inter"/>
              </a:defRPr>
            </a:lvl1pPr>
            <a:lvl2pPr>
              <a:defRPr sz="2025" b="0">
                <a:solidFill>
                  <a:srgbClr val="CDD2DD"/>
                </a:solidFill>
                <a:latin typeface="Inter"/>
                <a:ea typeface="Inter"/>
                <a:cs typeface="Inter"/>
              </a:defRPr>
            </a:lvl2pPr>
            <a:lvl3pPr>
              <a:defRPr sz="2025" b="0">
                <a:solidFill>
                  <a:srgbClr val="CDD2DD"/>
                </a:solidFill>
                <a:latin typeface="Inter"/>
                <a:ea typeface="Inter"/>
                <a:cs typeface="Inter"/>
              </a:defRPr>
            </a:lvl3pPr>
            <a:lvl4pPr>
              <a:defRPr sz="2025" b="0">
                <a:solidFill>
                  <a:srgbClr val="CDD2DD"/>
                </a:solidFill>
                <a:latin typeface="Inter"/>
                <a:ea typeface="Inter"/>
                <a:cs typeface="Inter"/>
              </a:defRPr>
            </a:lvl4pPr>
            <a:lvl5pPr>
              <a:defRPr sz="2025" b="0">
                <a:solidFill>
                  <a:srgbClr val="CDD2DD"/>
                </a:solidFill>
                <a:latin typeface="Inter"/>
                <a:ea typeface="Inter"/>
                <a:cs typeface="Inter"/>
              </a:defRPr>
            </a:lvl5pPr>
            <a:lvl6pPr>
              <a:defRPr sz="2025" b="0">
                <a:solidFill>
                  <a:srgbClr val="CDD2DD"/>
                </a:solidFill>
                <a:latin typeface="Inter"/>
                <a:ea typeface="Inter"/>
                <a:cs typeface="Inter"/>
              </a:defRPr>
            </a:lvl6pPr>
            <a:lvl7pPr>
              <a:defRPr sz="2025" b="0">
                <a:solidFill>
                  <a:srgbClr val="CDD2DD"/>
                </a:solidFill>
                <a:latin typeface="Inter"/>
                <a:ea typeface="Inter"/>
                <a:cs typeface="Inter"/>
              </a:defRPr>
            </a:lvl7pPr>
            <a:lvl8pPr>
              <a:defRPr sz="2025" b="0">
                <a:solidFill>
                  <a:srgbClr val="CDD2DD"/>
                </a:solidFill>
                <a:latin typeface="Inter"/>
                <a:ea typeface="Inter"/>
                <a:cs typeface="Inter"/>
              </a:defRPr>
            </a:lvl8pPr>
            <a:lvl9pPr>
              <a:defRPr sz="2025" b="0">
                <a:solidFill>
                  <a:srgbClr val="CDD2DD"/>
                </a:solidFill>
                <a:latin typeface="Inter"/>
                <a:ea typeface="Inter"/>
                <a:cs typeface="Inter"/>
              </a:defRPr>
            </a:lvl9pPr>
          </a:lstStyle>
          <a:p xmlns:a="http://schemas.openxmlformats.org/drawingml/2006/main">
            <a:pPr>
              <a:defRPr sz="2025" b="0">
                <a:solidFill>
                  <a:srgbClr val="CDD2DD"/>
                </a:solidFill>
                <a:latin typeface="Inter"/>
                <a:ea typeface="Inter"/>
                <a:cs typeface="Inter"/>
              </a:defRPr>
            </a:pPr>
            <a:r>
              <a:rPr sz="2025" b="0">
                <a:solidFill>
                  <a:srgbClr val="CDD2DD"/>
                </a:solidFill>
                <a:latin typeface="Inter"/>
                <a:ea typeface="Inter"/>
                <a:cs typeface="Inter"/>
              </a:rPr>
              <a:t>Реальные места,</a:t>
            </a:r>
          </a:p>
          <a:p xmlns:a="http://schemas.openxmlformats.org/drawingml/2006/main">
            <a:pPr>
              <a:defRPr sz="2025" b="0">
                <a:solidFill>
                  <a:srgbClr val="CDD2DD"/>
                </a:solidFill>
                <a:latin typeface="Inter"/>
                <a:ea typeface="Inter"/>
                <a:cs typeface="Inter"/>
              </a:defRPr>
            </a:pPr>
            <a:r>
              <a:rPr sz="2025" b="0">
                <a:solidFill>
                  <a:srgbClr val="CDD2DD"/>
                </a:solidFill>
                <a:latin typeface="Inter"/>
                <a:ea typeface="Inter"/>
                <a:cs typeface="Inter"/>
              </a:rPr>
              <a:t>объяснения и действия</a:t>
            </a:r>
          </a:p>
        </p:txBody>
      </p:sp>
      <p:sp>
        <p:nvSpPr>
          <p:cNvPr id="13" name="Модель не добавляет места и факты вне найденных источников">
            <a:extLst xmlns:a="http://schemas.openxmlformats.org/drawingml/2006/main">
              <a:ext uri="{FF2B5EF4-FFF2-40B4-BE49-F238E27FC236}">
                <a16:creationId xmlns:a16="http://schemas.microsoft.com/office/drawing/2014/main" id="{48A10A88-AC5B-41A0-AB30-E79A8C7C0842}"/>
              </a:ext>
            </a:extLst>
          </p:cNvPr>
          <p:cNvSpPr>
            <a:spLocks xmlns:a="http://schemas.openxmlformats.org/drawingml/2006/main" noGrp="1"/>
          </p:cNvSpPr>
          <p:nvPr/>
        </p:nvSpPr>
        <p:spPr>
          <a:xfrm xmlns:a="http://schemas.openxmlformats.org/drawingml/2006/main">
            <a:off x="609600" y="59912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Inter"/>
                <a:ea typeface="Inter"/>
                <a:cs typeface="Inter"/>
              </a:defRPr>
            </a:defPPr>
            <a:lvl1pPr>
              <a:defRPr sz="2100" b="0">
                <a:solidFill>
                  <a:srgbClr val="FFFFFF"/>
                </a:solidFill>
                <a:latin typeface="Inter"/>
                <a:ea typeface="Inter"/>
                <a:cs typeface="Inter"/>
              </a:defRPr>
            </a:lvl1pPr>
            <a:lvl2pPr>
              <a:defRPr sz="2100" b="0">
                <a:solidFill>
                  <a:srgbClr val="FFFFFF"/>
                </a:solidFill>
                <a:latin typeface="Inter"/>
                <a:ea typeface="Inter"/>
                <a:cs typeface="Inter"/>
              </a:defRPr>
            </a:lvl2pPr>
            <a:lvl3pPr>
              <a:defRPr sz="2100" b="0">
                <a:solidFill>
                  <a:srgbClr val="FFFFFF"/>
                </a:solidFill>
                <a:latin typeface="Inter"/>
                <a:ea typeface="Inter"/>
                <a:cs typeface="Inter"/>
              </a:defRPr>
            </a:lvl3pPr>
            <a:lvl4pPr>
              <a:defRPr sz="2100" b="0">
                <a:solidFill>
                  <a:srgbClr val="FFFFFF"/>
                </a:solidFill>
                <a:latin typeface="Inter"/>
                <a:ea typeface="Inter"/>
                <a:cs typeface="Inter"/>
              </a:defRPr>
            </a:lvl4pPr>
            <a:lvl5pPr>
              <a:defRPr sz="2100" b="0">
                <a:solidFill>
                  <a:srgbClr val="FFFFFF"/>
                </a:solidFill>
                <a:latin typeface="Inter"/>
                <a:ea typeface="Inter"/>
                <a:cs typeface="Inter"/>
              </a:defRPr>
            </a:lvl5pPr>
            <a:lvl6pPr>
              <a:defRPr sz="2100" b="0">
                <a:solidFill>
                  <a:srgbClr val="FFFFFF"/>
                </a:solidFill>
                <a:latin typeface="Inter"/>
                <a:ea typeface="Inter"/>
                <a:cs typeface="Inter"/>
              </a:defRPr>
            </a:lvl6pPr>
            <a:lvl7pPr>
              <a:defRPr sz="2100" b="0">
                <a:solidFill>
                  <a:srgbClr val="FFFFFF"/>
                </a:solidFill>
                <a:latin typeface="Inter"/>
                <a:ea typeface="Inter"/>
                <a:cs typeface="Inter"/>
              </a:defRPr>
            </a:lvl7pPr>
            <a:lvl8pPr>
              <a:defRPr sz="2100" b="0">
                <a:solidFill>
                  <a:srgbClr val="FFFFFF"/>
                </a:solidFill>
                <a:latin typeface="Inter"/>
                <a:ea typeface="Inter"/>
                <a:cs typeface="Inter"/>
              </a:defRPr>
            </a:lvl8pPr>
            <a:lvl9pPr>
              <a:defRPr sz="2100" b="0">
                <a:solidFill>
                  <a:srgbClr val="FFFFFF"/>
                </a:solidFill>
                <a:latin typeface="Inter"/>
                <a:ea typeface="Inter"/>
                <a:cs typeface="Inter"/>
              </a:defRPr>
            </a:lvl9pPr>
          </a:lstStyle>
          <a:p xmlns:a="http://schemas.openxmlformats.org/drawingml/2006/main">
            <a:pPr>
              <a:defRPr sz="2100" b="0">
                <a:solidFill>
                  <a:srgbClr val="FFFFFF"/>
                </a:solidFill>
                <a:latin typeface="Inter"/>
                <a:ea typeface="Inter"/>
                <a:cs typeface="Inter"/>
              </a:defRPr>
            </a:pPr>
            <a:r>
              <a:rPr sz="2100" b="0">
                <a:solidFill>
                  <a:srgbClr val="FFFFFF"/>
                </a:solidFill>
                <a:latin typeface="Inter"/>
                <a:ea typeface="Inter"/>
                <a:cs typeface="Inter"/>
              </a:rPr>
              <a:t>Модель не добавляет места и факты вне найденных источников</a:t>
            </a:r>
          </a:p>
        </p:txBody>
      </p:sp>
    </p:spTree>
    <p:extLst>
      <p:ext uri="{BB962C8B-B14F-4D97-AF65-F5344CB8AC3E}">
        <p14:creationId xmlns:p14="http://schemas.microsoft.com/office/powerpoint/2010/main" val="9869940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Голос на 16 языках">
            <a:extLst xmlns:a="http://schemas.openxmlformats.org/drawingml/2006/main">
              <a:ext uri="{FF2B5EF4-FFF2-40B4-BE49-F238E27FC236}">
                <a16:creationId xmlns:a16="http://schemas.microsoft.com/office/drawing/2014/main" id="{076339F2-B6D6-4A3B-A3E0-505DBF3D1BEB}"/>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D2026"/>
                </a:solidFill>
                <a:latin typeface="Inter"/>
                <a:ea typeface="Inter"/>
                <a:cs typeface="Inter"/>
              </a:defRPr>
            </a:defPPr>
            <a:lvl1pPr>
              <a:defRPr sz="3600" b="1">
                <a:solidFill>
                  <a:srgbClr val="1D2026"/>
                </a:solidFill>
                <a:latin typeface="Inter"/>
                <a:ea typeface="Inter"/>
                <a:cs typeface="Inter"/>
              </a:defRPr>
            </a:lvl1pPr>
            <a:lvl2pPr>
              <a:defRPr sz="3600" b="1">
                <a:solidFill>
                  <a:srgbClr val="1D2026"/>
                </a:solidFill>
                <a:latin typeface="Inter"/>
                <a:ea typeface="Inter"/>
                <a:cs typeface="Inter"/>
              </a:defRPr>
            </a:lvl2pPr>
            <a:lvl3pPr>
              <a:defRPr sz="3600" b="1">
                <a:solidFill>
                  <a:srgbClr val="1D2026"/>
                </a:solidFill>
                <a:latin typeface="Inter"/>
                <a:ea typeface="Inter"/>
                <a:cs typeface="Inter"/>
              </a:defRPr>
            </a:lvl3pPr>
            <a:lvl4pPr>
              <a:defRPr sz="3600" b="1">
                <a:solidFill>
                  <a:srgbClr val="1D2026"/>
                </a:solidFill>
                <a:latin typeface="Inter"/>
                <a:ea typeface="Inter"/>
                <a:cs typeface="Inter"/>
              </a:defRPr>
            </a:lvl4pPr>
            <a:lvl5pPr>
              <a:defRPr sz="3600" b="1">
                <a:solidFill>
                  <a:srgbClr val="1D2026"/>
                </a:solidFill>
                <a:latin typeface="Inter"/>
                <a:ea typeface="Inter"/>
                <a:cs typeface="Inter"/>
              </a:defRPr>
            </a:lvl5pPr>
            <a:lvl6pPr>
              <a:defRPr sz="3600" b="1">
                <a:solidFill>
                  <a:srgbClr val="1D2026"/>
                </a:solidFill>
                <a:latin typeface="Inter"/>
                <a:ea typeface="Inter"/>
                <a:cs typeface="Inter"/>
              </a:defRPr>
            </a:lvl6pPr>
            <a:lvl7pPr>
              <a:defRPr sz="3600" b="1">
                <a:solidFill>
                  <a:srgbClr val="1D2026"/>
                </a:solidFill>
                <a:latin typeface="Inter"/>
                <a:ea typeface="Inter"/>
                <a:cs typeface="Inter"/>
              </a:defRPr>
            </a:lvl7pPr>
            <a:lvl8pPr>
              <a:defRPr sz="3600" b="1">
                <a:solidFill>
                  <a:srgbClr val="1D2026"/>
                </a:solidFill>
                <a:latin typeface="Inter"/>
                <a:ea typeface="Inter"/>
                <a:cs typeface="Inter"/>
              </a:defRPr>
            </a:lvl8pPr>
            <a:lvl9pPr>
              <a:defRPr sz="3600" b="1">
                <a:solidFill>
                  <a:srgbClr val="1D2026"/>
                </a:solidFill>
                <a:latin typeface="Inter"/>
                <a:ea typeface="Inter"/>
                <a:cs typeface="Inter"/>
              </a:defRPr>
            </a:lvl9pPr>
          </a:lstStyle>
          <a:p xmlns:a="http://schemas.openxmlformats.org/drawingml/2006/main">
            <a:pPr>
              <a:defRPr sz="3600" b="1">
                <a:solidFill>
                  <a:srgbClr val="1D2026"/>
                </a:solidFill>
                <a:latin typeface="Inter"/>
                <a:ea typeface="Inter"/>
                <a:cs typeface="Inter"/>
              </a:defRPr>
            </a:pPr>
            <a:r>
              <a:rPr sz="3600" b="1">
                <a:solidFill>
                  <a:srgbClr val="1D2026"/>
                </a:solidFill>
                <a:latin typeface="Inter"/>
                <a:ea typeface="Inter"/>
                <a:cs typeface="Inter"/>
              </a:rPr>
              <a:t>Голос на 16 языках</a:t>
            </a:r>
          </a:p>
        </p:txBody>
      </p:sp>
      <p:pic>
        <p:nvPicPr>
          <p:cNvPr id="2" name="">
            <a:extLst xmlns:a="http://schemas.openxmlformats.org/drawingml/2006/main">
              <a:ext uri="{FF2B5EF4-FFF2-40B4-BE49-F238E27FC236}">
                <a16:creationId xmlns:a16="http://schemas.microsoft.com/office/drawing/2014/main" id="{81CBC2A3-E5F8-472B-B262-E1555A1FEA12}"/>
              </a:ext>
            </a:extLst>
          </p:cNvPr>
          <p:cNvPicPr>
            <a:picLocks xmlns:a="http://schemas.openxmlformats.org/drawingml/2006/main" noChangeAspect="1"/>
          </p:cNvPicPr>
          <p:nvPr/>
        </p:nvPicPr>
        <p:blipFill>
          <a:blip xmlns:r="http://schemas.openxmlformats.org/officeDocument/2006/relationships" xmlns:a="http://schemas.openxmlformats.org/drawingml/2006/main" r:embed="Rf0a47a6443cd4ff2"/>
          <a:stretch xmlns:a="http://schemas.openxmlformats.org/drawingml/2006/main"/>
        </p:blipFill>
        <p:spPr>
          <a:xfrm xmlns:a="http://schemas.openxmlformats.org/drawingml/2006/main">
            <a:off x="1595250" y="1381125"/>
            <a:ext cx="4924800" cy="4886325"/>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5EBC1AE9-30F6-465F-94A9-3372B77373E5}"/>
              </a:ext>
            </a:extLst>
          </p:cNvPr>
          <p:cNvPicPr>
            <a:picLocks xmlns:a="http://schemas.openxmlformats.org/drawingml/2006/main" noChangeAspect="1"/>
          </p:cNvPicPr>
          <p:nvPr/>
        </p:nvPicPr>
        <p:blipFill>
          <a:blip xmlns:r="http://schemas.openxmlformats.org/officeDocument/2006/relationships" xmlns:a="http://schemas.openxmlformats.org/drawingml/2006/main" r:embed="R169f37d853e74e0e">
            <a:extLst>
              <a:ext uri="{96DAC541-7B7A-43D3-8B79-37D633B846F1}">
                <asvg:svgBlip xmlns:asvg="http://schemas.microsoft.com/office/drawing/2016/SVG/main" r:embed="R4a997876b73c42f2"/>
              </a:ext>
            </a:extLst>
          </a:blip>
          <a:stretch xmlns:a="http://schemas.openxmlformats.org/drawingml/2006/main"/>
        </p:blipFill>
        <p:spPr>
          <a:xfrm xmlns:a="http://schemas.openxmlformats.org/drawingml/2006/main">
            <a:off x="8020050" y="1590675"/>
            <a:ext cx="542925" cy="542925"/>
          </a:xfrm>
          <a:prstGeom xmlns:a="http://schemas.openxmlformats.org/drawingml/2006/main" prst="rect">
            <a:avLst/>
          </a:prstGeom>
        </p:spPr>
      </p:pic>
      <p:sp>
        <p:nvSpPr>
          <p:cNvPr id="4" name="ElevenLabs">
            <a:extLst xmlns:a="http://schemas.openxmlformats.org/drawingml/2006/main">
              <a:ext uri="{FF2B5EF4-FFF2-40B4-BE49-F238E27FC236}">
                <a16:creationId xmlns:a16="http://schemas.microsoft.com/office/drawing/2014/main" id="{18D8BD88-1750-4B9D-81A8-B7199671DB26}"/>
              </a:ext>
            </a:extLst>
          </p:cNvPr>
          <p:cNvSpPr>
            <a:spLocks xmlns:a="http://schemas.openxmlformats.org/drawingml/2006/main" noGrp="1"/>
          </p:cNvSpPr>
          <p:nvPr/>
        </p:nvSpPr>
        <p:spPr>
          <a:xfrm xmlns:a="http://schemas.openxmlformats.org/drawingml/2006/main">
            <a:off x="8020050" y="2371725"/>
            <a:ext cx="3562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2026"/>
                </a:solidFill>
                <a:latin typeface="Inter"/>
                <a:ea typeface="Inter"/>
                <a:cs typeface="Inter"/>
              </a:defRPr>
            </a:defPPr>
            <a:lvl1pPr>
              <a:defRPr sz="2175" b="1">
                <a:solidFill>
                  <a:srgbClr val="1D2026"/>
                </a:solidFill>
                <a:latin typeface="Inter"/>
                <a:ea typeface="Inter"/>
                <a:cs typeface="Inter"/>
              </a:defRPr>
            </a:lvl1pPr>
            <a:lvl2pPr>
              <a:defRPr sz="2175" b="1">
                <a:solidFill>
                  <a:srgbClr val="1D2026"/>
                </a:solidFill>
                <a:latin typeface="Inter"/>
                <a:ea typeface="Inter"/>
                <a:cs typeface="Inter"/>
              </a:defRPr>
            </a:lvl2pPr>
            <a:lvl3pPr>
              <a:defRPr sz="2175" b="1">
                <a:solidFill>
                  <a:srgbClr val="1D2026"/>
                </a:solidFill>
                <a:latin typeface="Inter"/>
                <a:ea typeface="Inter"/>
                <a:cs typeface="Inter"/>
              </a:defRPr>
            </a:lvl3pPr>
            <a:lvl4pPr>
              <a:defRPr sz="2175" b="1">
                <a:solidFill>
                  <a:srgbClr val="1D2026"/>
                </a:solidFill>
                <a:latin typeface="Inter"/>
                <a:ea typeface="Inter"/>
                <a:cs typeface="Inter"/>
              </a:defRPr>
            </a:lvl4pPr>
            <a:lvl5pPr>
              <a:defRPr sz="2175" b="1">
                <a:solidFill>
                  <a:srgbClr val="1D2026"/>
                </a:solidFill>
                <a:latin typeface="Inter"/>
                <a:ea typeface="Inter"/>
                <a:cs typeface="Inter"/>
              </a:defRPr>
            </a:lvl5pPr>
            <a:lvl6pPr>
              <a:defRPr sz="2175" b="1">
                <a:solidFill>
                  <a:srgbClr val="1D2026"/>
                </a:solidFill>
                <a:latin typeface="Inter"/>
                <a:ea typeface="Inter"/>
                <a:cs typeface="Inter"/>
              </a:defRPr>
            </a:lvl6pPr>
            <a:lvl7pPr>
              <a:defRPr sz="2175" b="1">
                <a:solidFill>
                  <a:srgbClr val="1D2026"/>
                </a:solidFill>
                <a:latin typeface="Inter"/>
                <a:ea typeface="Inter"/>
                <a:cs typeface="Inter"/>
              </a:defRPr>
            </a:lvl7pPr>
            <a:lvl8pPr>
              <a:defRPr sz="2175" b="1">
                <a:solidFill>
                  <a:srgbClr val="1D2026"/>
                </a:solidFill>
                <a:latin typeface="Inter"/>
                <a:ea typeface="Inter"/>
                <a:cs typeface="Inter"/>
              </a:defRPr>
            </a:lvl8pPr>
            <a:lvl9pPr>
              <a:defRPr sz="2175" b="1">
                <a:solidFill>
                  <a:srgbClr val="1D2026"/>
                </a:solidFill>
                <a:latin typeface="Inter"/>
                <a:ea typeface="Inter"/>
                <a:cs typeface="Inter"/>
              </a:defRPr>
            </a:lvl9pPr>
          </a:lstStyle>
          <a:p xmlns:a="http://schemas.openxmlformats.org/drawingml/2006/main">
            <a:pPr>
              <a:defRPr sz="2175" b="1">
                <a:solidFill>
                  <a:srgbClr val="1D2026"/>
                </a:solidFill>
                <a:latin typeface="Inter"/>
                <a:ea typeface="Inter"/>
                <a:cs typeface="Inter"/>
              </a:defRPr>
            </a:pPr>
            <a:r>
              <a:rPr sz="2175" b="1">
                <a:solidFill>
                  <a:srgbClr val="1D2026"/>
                </a:solidFill>
                <a:latin typeface="Inter"/>
                <a:ea typeface="Inter"/>
                <a:cs typeface="Inter"/>
              </a:rPr>
              <a:t>ElevenLabs</a:t>
            </a:r>
          </a:p>
        </p:txBody>
      </p:sp>
      <p:sp>
        <p:nvSpPr>
          <p:cNvPr id="5" name="Выбор языка разговора&#10;Тот же планировщик">
            <a:extLst xmlns:a="http://schemas.openxmlformats.org/drawingml/2006/main">
              <a:ext uri="{FF2B5EF4-FFF2-40B4-BE49-F238E27FC236}">
                <a16:creationId xmlns:a16="http://schemas.microsoft.com/office/drawing/2014/main" id="{2AB7F877-EF4A-4B6F-94E0-7863C14C7FDE}"/>
              </a:ext>
            </a:extLst>
          </p:cNvPr>
          <p:cNvSpPr>
            <a:spLocks xmlns:a="http://schemas.openxmlformats.org/drawingml/2006/main" noGrp="1"/>
          </p:cNvSpPr>
          <p:nvPr/>
        </p:nvSpPr>
        <p:spPr>
          <a:xfrm xmlns:a="http://schemas.openxmlformats.org/drawingml/2006/main">
            <a:off x="8020050" y="2838450"/>
            <a:ext cx="35623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6975"/>
                </a:solidFill>
                <a:latin typeface="Inter"/>
                <a:ea typeface="Inter"/>
                <a:cs typeface="Inter"/>
              </a:defRPr>
            </a:defPPr>
            <a:lvl1pPr>
              <a:defRPr sz="2025" b="0">
                <a:solidFill>
                  <a:srgbClr val="606975"/>
                </a:solidFill>
                <a:latin typeface="Inter"/>
                <a:ea typeface="Inter"/>
                <a:cs typeface="Inter"/>
              </a:defRPr>
            </a:lvl1pPr>
            <a:lvl2pPr>
              <a:defRPr sz="2025" b="0">
                <a:solidFill>
                  <a:srgbClr val="606975"/>
                </a:solidFill>
                <a:latin typeface="Inter"/>
                <a:ea typeface="Inter"/>
                <a:cs typeface="Inter"/>
              </a:defRPr>
            </a:lvl2pPr>
            <a:lvl3pPr>
              <a:defRPr sz="2025" b="0">
                <a:solidFill>
                  <a:srgbClr val="606975"/>
                </a:solidFill>
                <a:latin typeface="Inter"/>
                <a:ea typeface="Inter"/>
                <a:cs typeface="Inter"/>
              </a:defRPr>
            </a:lvl3pPr>
            <a:lvl4pPr>
              <a:defRPr sz="2025" b="0">
                <a:solidFill>
                  <a:srgbClr val="606975"/>
                </a:solidFill>
                <a:latin typeface="Inter"/>
                <a:ea typeface="Inter"/>
                <a:cs typeface="Inter"/>
              </a:defRPr>
            </a:lvl4pPr>
            <a:lvl5pPr>
              <a:defRPr sz="2025" b="0">
                <a:solidFill>
                  <a:srgbClr val="606975"/>
                </a:solidFill>
                <a:latin typeface="Inter"/>
                <a:ea typeface="Inter"/>
                <a:cs typeface="Inter"/>
              </a:defRPr>
            </a:lvl5pPr>
            <a:lvl6pPr>
              <a:defRPr sz="2025" b="0">
                <a:solidFill>
                  <a:srgbClr val="606975"/>
                </a:solidFill>
                <a:latin typeface="Inter"/>
                <a:ea typeface="Inter"/>
                <a:cs typeface="Inter"/>
              </a:defRPr>
            </a:lvl6pPr>
            <a:lvl7pPr>
              <a:defRPr sz="2025" b="0">
                <a:solidFill>
                  <a:srgbClr val="606975"/>
                </a:solidFill>
                <a:latin typeface="Inter"/>
                <a:ea typeface="Inter"/>
                <a:cs typeface="Inter"/>
              </a:defRPr>
            </a:lvl7pPr>
            <a:lvl8pPr>
              <a:defRPr sz="2025" b="0">
                <a:solidFill>
                  <a:srgbClr val="606975"/>
                </a:solidFill>
                <a:latin typeface="Inter"/>
                <a:ea typeface="Inter"/>
                <a:cs typeface="Inter"/>
              </a:defRPr>
            </a:lvl8pPr>
            <a:lvl9pPr>
              <a:defRPr sz="2025" b="0">
                <a:solidFill>
                  <a:srgbClr val="606975"/>
                </a:solidFill>
                <a:latin typeface="Inter"/>
                <a:ea typeface="Inter"/>
                <a:cs typeface="Inter"/>
              </a:defRPr>
            </a:lvl9pPr>
          </a:lstStyle>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Выбор языка разговора</a:t>
            </a:r>
          </a:p>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Тот же планировщик</a:t>
            </a:r>
          </a:p>
        </p:txBody>
      </p:sp>
      <p:sp>
        <p:nvSpPr>
          <p:cNvPr id="6" name="AlemPlus">
            <a:extLst xmlns:a="http://schemas.openxmlformats.org/drawingml/2006/main">
              <a:ext uri="{FF2B5EF4-FFF2-40B4-BE49-F238E27FC236}">
                <a16:creationId xmlns:a16="http://schemas.microsoft.com/office/drawing/2014/main" id="{258A4BF5-0BA8-4349-9AFD-0D7D93CD1342}"/>
              </a:ext>
            </a:extLst>
          </p:cNvPr>
          <p:cNvSpPr>
            <a:spLocks xmlns:a="http://schemas.openxmlformats.org/drawingml/2006/main" noGrp="1"/>
          </p:cNvSpPr>
          <p:nvPr/>
        </p:nvSpPr>
        <p:spPr>
          <a:xfrm xmlns:a="http://schemas.openxmlformats.org/drawingml/2006/main">
            <a:off x="8020050" y="4362450"/>
            <a:ext cx="3562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2026"/>
                </a:solidFill>
                <a:latin typeface="Inter"/>
                <a:ea typeface="Inter"/>
                <a:cs typeface="Inter"/>
              </a:defRPr>
            </a:defPPr>
            <a:lvl1pPr>
              <a:defRPr sz="2175" b="1">
                <a:solidFill>
                  <a:srgbClr val="1D2026"/>
                </a:solidFill>
                <a:latin typeface="Inter"/>
                <a:ea typeface="Inter"/>
                <a:cs typeface="Inter"/>
              </a:defRPr>
            </a:lvl1pPr>
            <a:lvl2pPr>
              <a:defRPr sz="2175" b="1">
                <a:solidFill>
                  <a:srgbClr val="1D2026"/>
                </a:solidFill>
                <a:latin typeface="Inter"/>
                <a:ea typeface="Inter"/>
                <a:cs typeface="Inter"/>
              </a:defRPr>
            </a:lvl2pPr>
            <a:lvl3pPr>
              <a:defRPr sz="2175" b="1">
                <a:solidFill>
                  <a:srgbClr val="1D2026"/>
                </a:solidFill>
                <a:latin typeface="Inter"/>
                <a:ea typeface="Inter"/>
                <a:cs typeface="Inter"/>
              </a:defRPr>
            </a:lvl3pPr>
            <a:lvl4pPr>
              <a:defRPr sz="2175" b="1">
                <a:solidFill>
                  <a:srgbClr val="1D2026"/>
                </a:solidFill>
                <a:latin typeface="Inter"/>
                <a:ea typeface="Inter"/>
                <a:cs typeface="Inter"/>
              </a:defRPr>
            </a:lvl4pPr>
            <a:lvl5pPr>
              <a:defRPr sz="2175" b="1">
                <a:solidFill>
                  <a:srgbClr val="1D2026"/>
                </a:solidFill>
                <a:latin typeface="Inter"/>
                <a:ea typeface="Inter"/>
                <a:cs typeface="Inter"/>
              </a:defRPr>
            </a:lvl5pPr>
            <a:lvl6pPr>
              <a:defRPr sz="2175" b="1">
                <a:solidFill>
                  <a:srgbClr val="1D2026"/>
                </a:solidFill>
                <a:latin typeface="Inter"/>
                <a:ea typeface="Inter"/>
                <a:cs typeface="Inter"/>
              </a:defRPr>
            </a:lvl6pPr>
            <a:lvl7pPr>
              <a:defRPr sz="2175" b="1">
                <a:solidFill>
                  <a:srgbClr val="1D2026"/>
                </a:solidFill>
                <a:latin typeface="Inter"/>
                <a:ea typeface="Inter"/>
                <a:cs typeface="Inter"/>
              </a:defRPr>
            </a:lvl7pPr>
            <a:lvl8pPr>
              <a:defRPr sz="2175" b="1">
                <a:solidFill>
                  <a:srgbClr val="1D2026"/>
                </a:solidFill>
                <a:latin typeface="Inter"/>
                <a:ea typeface="Inter"/>
                <a:cs typeface="Inter"/>
              </a:defRPr>
            </a:lvl8pPr>
            <a:lvl9pPr>
              <a:defRPr sz="2175" b="1">
                <a:solidFill>
                  <a:srgbClr val="1D2026"/>
                </a:solidFill>
                <a:latin typeface="Inter"/>
                <a:ea typeface="Inter"/>
                <a:cs typeface="Inter"/>
              </a:defRPr>
            </a:lvl9pPr>
          </a:lstStyle>
          <a:p xmlns:a="http://schemas.openxmlformats.org/drawingml/2006/main">
            <a:pPr>
              <a:defRPr sz="2175" b="1">
                <a:solidFill>
                  <a:srgbClr val="1D2026"/>
                </a:solidFill>
                <a:latin typeface="Inter"/>
                <a:ea typeface="Inter"/>
                <a:cs typeface="Inter"/>
              </a:defRPr>
            </a:pPr>
            <a:r>
              <a:rPr sz="2175" b="1">
                <a:solidFill>
                  <a:srgbClr val="1D2026"/>
                </a:solidFill>
                <a:latin typeface="Inter"/>
                <a:ea typeface="Inter"/>
                <a:cs typeface="Inter"/>
              </a:rPr>
              <a:t>AlemPlus</a:t>
            </a:r>
          </a:p>
        </p:txBody>
      </p:sp>
      <p:sp>
        <p:nvSpPr>
          <p:cNvPr id="7" name="Диктовка EN / RU&#10;Отдельная модель KK">
            <a:extLst xmlns:a="http://schemas.openxmlformats.org/drawingml/2006/main">
              <a:ext uri="{FF2B5EF4-FFF2-40B4-BE49-F238E27FC236}">
                <a16:creationId xmlns:a16="http://schemas.microsoft.com/office/drawing/2014/main" id="{4A7F133C-2DCE-4362-A11A-8D14AA18064C}"/>
              </a:ext>
            </a:extLst>
          </p:cNvPr>
          <p:cNvSpPr>
            <a:spLocks xmlns:a="http://schemas.openxmlformats.org/drawingml/2006/main" noGrp="1"/>
          </p:cNvSpPr>
          <p:nvPr/>
        </p:nvSpPr>
        <p:spPr>
          <a:xfrm xmlns:a="http://schemas.openxmlformats.org/drawingml/2006/main">
            <a:off x="8020050" y="4829175"/>
            <a:ext cx="35623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6975"/>
                </a:solidFill>
                <a:latin typeface="Inter"/>
                <a:ea typeface="Inter"/>
                <a:cs typeface="Inter"/>
              </a:defRPr>
            </a:defPPr>
            <a:lvl1pPr>
              <a:defRPr sz="2025" b="0">
                <a:solidFill>
                  <a:srgbClr val="606975"/>
                </a:solidFill>
                <a:latin typeface="Inter"/>
                <a:ea typeface="Inter"/>
                <a:cs typeface="Inter"/>
              </a:defRPr>
            </a:lvl1pPr>
            <a:lvl2pPr>
              <a:defRPr sz="2025" b="0">
                <a:solidFill>
                  <a:srgbClr val="606975"/>
                </a:solidFill>
                <a:latin typeface="Inter"/>
                <a:ea typeface="Inter"/>
                <a:cs typeface="Inter"/>
              </a:defRPr>
            </a:lvl2pPr>
            <a:lvl3pPr>
              <a:defRPr sz="2025" b="0">
                <a:solidFill>
                  <a:srgbClr val="606975"/>
                </a:solidFill>
                <a:latin typeface="Inter"/>
                <a:ea typeface="Inter"/>
                <a:cs typeface="Inter"/>
              </a:defRPr>
            </a:lvl3pPr>
            <a:lvl4pPr>
              <a:defRPr sz="2025" b="0">
                <a:solidFill>
                  <a:srgbClr val="606975"/>
                </a:solidFill>
                <a:latin typeface="Inter"/>
                <a:ea typeface="Inter"/>
                <a:cs typeface="Inter"/>
              </a:defRPr>
            </a:lvl4pPr>
            <a:lvl5pPr>
              <a:defRPr sz="2025" b="0">
                <a:solidFill>
                  <a:srgbClr val="606975"/>
                </a:solidFill>
                <a:latin typeface="Inter"/>
                <a:ea typeface="Inter"/>
                <a:cs typeface="Inter"/>
              </a:defRPr>
            </a:lvl5pPr>
            <a:lvl6pPr>
              <a:defRPr sz="2025" b="0">
                <a:solidFill>
                  <a:srgbClr val="606975"/>
                </a:solidFill>
                <a:latin typeface="Inter"/>
                <a:ea typeface="Inter"/>
                <a:cs typeface="Inter"/>
              </a:defRPr>
            </a:lvl6pPr>
            <a:lvl7pPr>
              <a:defRPr sz="2025" b="0">
                <a:solidFill>
                  <a:srgbClr val="606975"/>
                </a:solidFill>
                <a:latin typeface="Inter"/>
                <a:ea typeface="Inter"/>
                <a:cs typeface="Inter"/>
              </a:defRPr>
            </a:lvl7pPr>
            <a:lvl8pPr>
              <a:defRPr sz="2025" b="0">
                <a:solidFill>
                  <a:srgbClr val="606975"/>
                </a:solidFill>
                <a:latin typeface="Inter"/>
                <a:ea typeface="Inter"/>
                <a:cs typeface="Inter"/>
              </a:defRPr>
            </a:lvl8pPr>
            <a:lvl9pPr>
              <a:defRPr sz="2025" b="0">
                <a:solidFill>
                  <a:srgbClr val="606975"/>
                </a:solidFill>
                <a:latin typeface="Inter"/>
                <a:ea typeface="Inter"/>
                <a:cs typeface="Inter"/>
              </a:defRPr>
            </a:lvl9pPr>
          </a:lstStyle>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Диктовка EN / RU</a:t>
            </a:r>
          </a:p>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Отдельная модель KK</a:t>
            </a:r>
          </a:p>
        </p:txBody>
      </p:sp>
    </p:spTree>
    <p:extLst>
      <p:ext uri="{BB962C8B-B14F-4D97-AF65-F5344CB8AC3E}">
        <p14:creationId xmlns:p14="http://schemas.microsoft.com/office/powerpoint/2010/main" val="8251309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Маршрут и доступность">
            <a:extLst xmlns:a="http://schemas.openxmlformats.org/drawingml/2006/main">
              <a:ext uri="{FF2B5EF4-FFF2-40B4-BE49-F238E27FC236}">
                <a16:creationId xmlns:a16="http://schemas.microsoft.com/office/drawing/2014/main" id="{6CE57ED1-58A0-47CE-AA47-A4D9DE663597}"/>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D2026"/>
                </a:solidFill>
                <a:latin typeface="Inter"/>
                <a:ea typeface="Inter"/>
                <a:cs typeface="Inter"/>
              </a:defRPr>
            </a:defPPr>
            <a:lvl1pPr>
              <a:defRPr sz="3600" b="1">
                <a:solidFill>
                  <a:srgbClr val="1D2026"/>
                </a:solidFill>
                <a:latin typeface="Inter"/>
                <a:ea typeface="Inter"/>
                <a:cs typeface="Inter"/>
              </a:defRPr>
            </a:lvl1pPr>
            <a:lvl2pPr>
              <a:defRPr sz="3600" b="1">
                <a:solidFill>
                  <a:srgbClr val="1D2026"/>
                </a:solidFill>
                <a:latin typeface="Inter"/>
                <a:ea typeface="Inter"/>
                <a:cs typeface="Inter"/>
              </a:defRPr>
            </a:lvl2pPr>
            <a:lvl3pPr>
              <a:defRPr sz="3600" b="1">
                <a:solidFill>
                  <a:srgbClr val="1D2026"/>
                </a:solidFill>
                <a:latin typeface="Inter"/>
                <a:ea typeface="Inter"/>
                <a:cs typeface="Inter"/>
              </a:defRPr>
            </a:lvl3pPr>
            <a:lvl4pPr>
              <a:defRPr sz="3600" b="1">
                <a:solidFill>
                  <a:srgbClr val="1D2026"/>
                </a:solidFill>
                <a:latin typeface="Inter"/>
                <a:ea typeface="Inter"/>
                <a:cs typeface="Inter"/>
              </a:defRPr>
            </a:lvl4pPr>
            <a:lvl5pPr>
              <a:defRPr sz="3600" b="1">
                <a:solidFill>
                  <a:srgbClr val="1D2026"/>
                </a:solidFill>
                <a:latin typeface="Inter"/>
                <a:ea typeface="Inter"/>
                <a:cs typeface="Inter"/>
              </a:defRPr>
            </a:lvl5pPr>
            <a:lvl6pPr>
              <a:defRPr sz="3600" b="1">
                <a:solidFill>
                  <a:srgbClr val="1D2026"/>
                </a:solidFill>
                <a:latin typeface="Inter"/>
                <a:ea typeface="Inter"/>
                <a:cs typeface="Inter"/>
              </a:defRPr>
            </a:lvl6pPr>
            <a:lvl7pPr>
              <a:defRPr sz="3600" b="1">
                <a:solidFill>
                  <a:srgbClr val="1D2026"/>
                </a:solidFill>
                <a:latin typeface="Inter"/>
                <a:ea typeface="Inter"/>
                <a:cs typeface="Inter"/>
              </a:defRPr>
            </a:lvl7pPr>
            <a:lvl8pPr>
              <a:defRPr sz="3600" b="1">
                <a:solidFill>
                  <a:srgbClr val="1D2026"/>
                </a:solidFill>
                <a:latin typeface="Inter"/>
                <a:ea typeface="Inter"/>
                <a:cs typeface="Inter"/>
              </a:defRPr>
            </a:lvl8pPr>
            <a:lvl9pPr>
              <a:defRPr sz="3600" b="1">
                <a:solidFill>
                  <a:srgbClr val="1D2026"/>
                </a:solidFill>
                <a:latin typeface="Inter"/>
                <a:ea typeface="Inter"/>
                <a:cs typeface="Inter"/>
              </a:defRPr>
            </a:lvl9pPr>
          </a:lstStyle>
          <a:p xmlns:a="http://schemas.openxmlformats.org/drawingml/2006/main">
            <a:pPr>
              <a:defRPr sz="3600" b="1">
                <a:solidFill>
                  <a:srgbClr val="1D2026"/>
                </a:solidFill>
                <a:latin typeface="Inter"/>
                <a:ea typeface="Inter"/>
                <a:cs typeface="Inter"/>
              </a:defRPr>
            </a:pPr>
            <a:r>
              <a:rPr sz="3600" b="1">
                <a:solidFill>
                  <a:srgbClr val="1D2026"/>
                </a:solidFill>
                <a:latin typeface="Inter"/>
                <a:ea typeface="Inter"/>
                <a:cs typeface="Inter"/>
              </a:rPr>
              <a:t>Маршрут и доступность</a:t>
            </a:r>
          </a:p>
        </p:txBody>
      </p:sp>
      <p:pic>
        <p:nvPicPr>
          <p:cNvPr id="2" name="">
            <a:extLst xmlns:a="http://schemas.openxmlformats.org/drawingml/2006/main">
              <a:ext uri="{FF2B5EF4-FFF2-40B4-BE49-F238E27FC236}">
                <a16:creationId xmlns:a16="http://schemas.microsoft.com/office/drawing/2014/main" id="{F2109D28-67B4-4F60-B9FB-A137A992F1B7}"/>
              </a:ext>
            </a:extLst>
          </p:cNvPr>
          <p:cNvPicPr>
            <a:picLocks xmlns:a="http://schemas.openxmlformats.org/drawingml/2006/main" noChangeAspect="1"/>
          </p:cNvPicPr>
          <p:nvPr/>
        </p:nvPicPr>
        <p:blipFill>
          <a:blip xmlns:r="http://schemas.openxmlformats.org/officeDocument/2006/relationships" xmlns:a="http://schemas.openxmlformats.org/drawingml/2006/main" r:embed="Ra401d3cce96547d1"/>
          <a:stretch xmlns:a="http://schemas.openxmlformats.org/drawingml/2006/main"/>
        </p:blipFill>
        <p:spPr>
          <a:xfrm xmlns:a="http://schemas.openxmlformats.org/drawingml/2006/main">
            <a:off x="964142" y="1390650"/>
            <a:ext cx="5386917" cy="4848225"/>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61A61839-D185-4B5B-AAAA-0E75E08ACE15}"/>
              </a:ext>
            </a:extLst>
          </p:cNvPr>
          <p:cNvPicPr>
            <a:picLocks xmlns:a="http://schemas.openxmlformats.org/drawingml/2006/main" noChangeAspect="1"/>
          </p:cNvPicPr>
          <p:nvPr/>
        </p:nvPicPr>
        <p:blipFill>
          <a:blip xmlns:r="http://schemas.openxmlformats.org/officeDocument/2006/relationships" xmlns:a="http://schemas.openxmlformats.org/drawingml/2006/main" r:embed="R32f763ad7d7f421e">
            <a:extLst>
              <a:ext uri="{96DAC541-7B7A-43D3-8B79-37D633B846F1}">
                <asvg:svgBlip xmlns:asvg="http://schemas.microsoft.com/office/drawing/2016/SVG/main" r:embed="Rd463e2b800844ae0"/>
              </a:ext>
            </a:extLst>
          </a:blip>
          <a:stretch xmlns:a="http://schemas.openxmlformats.org/drawingml/2006/main"/>
        </p:blipFill>
        <p:spPr>
          <a:xfrm xmlns:a="http://schemas.openxmlformats.org/drawingml/2006/main">
            <a:off x="7600950" y="1571625"/>
            <a:ext cx="533400" cy="533400"/>
          </a:xfrm>
          <a:prstGeom xmlns:a="http://schemas.openxmlformats.org/drawingml/2006/main" prst="rect">
            <a:avLst/>
          </a:prstGeom>
        </p:spPr>
      </p:pic>
      <p:sp>
        <p:nvSpPr>
          <p:cNvPr id="4" name="Пешком">
            <a:extLst xmlns:a="http://schemas.openxmlformats.org/drawingml/2006/main">
              <a:ext uri="{FF2B5EF4-FFF2-40B4-BE49-F238E27FC236}">
                <a16:creationId xmlns:a16="http://schemas.microsoft.com/office/drawing/2014/main" id="{5C4CA09A-2AE3-4534-9F9C-76DB8BB28A5C}"/>
              </a:ext>
            </a:extLst>
          </p:cNvPr>
          <p:cNvSpPr>
            <a:spLocks xmlns:a="http://schemas.openxmlformats.org/drawingml/2006/main" noGrp="1"/>
          </p:cNvSpPr>
          <p:nvPr/>
        </p:nvSpPr>
        <p:spPr>
          <a:xfrm xmlns:a="http://schemas.openxmlformats.org/drawingml/2006/main">
            <a:off x="7600950" y="2371725"/>
            <a:ext cx="3981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2026"/>
                </a:solidFill>
                <a:latin typeface="Inter"/>
                <a:ea typeface="Inter"/>
                <a:cs typeface="Inter"/>
              </a:defRPr>
            </a:defPPr>
            <a:lvl1pPr>
              <a:defRPr sz="2175" b="1">
                <a:solidFill>
                  <a:srgbClr val="1D2026"/>
                </a:solidFill>
                <a:latin typeface="Inter"/>
                <a:ea typeface="Inter"/>
                <a:cs typeface="Inter"/>
              </a:defRPr>
            </a:lvl1pPr>
            <a:lvl2pPr>
              <a:defRPr sz="2175" b="1">
                <a:solidFill>
                  <a:srgbClr val="1D2026"/>
                </a:solidFill>
                <a:latin typeface="Inter"/>
                <a:ea typeface="Inter"/>
                <a:cs typeface="Inter"/>
              </a:defRPr>
            </a:lvl2pPr>
            <a:lvl3pPr>
              <a:defRPr sz="2175" b="1">
                <a:solidFill>
                  <a:srgbClr val="1D2026"/>
                </a:solidFill>
                <a:latin typeface="Inter"/>
                <a:ea typeface="Inter"/>
                <a:cs typeface="Inter"/>
              </a:defRPr>
            </a:lvl3pPr>
            <a:lvl4pPr>
              <a:defRPr sz="2175" b="1">
                <a:solidFill>
                  <a:srgbClr val="1D2026"/>
                </a:solidFill>
                <a:latin typeface="Inter"/>
                <a:ea typeface="Inter"/>
                <a:cs typeface="Inter"/>
              </a:defRPr>
            </a:lvl4pPr>
            <a:lvl5pPr>
              <a:defRPr sz="2175" b="1">
                <a:solidFill>
                  <a:srgbClr val="1D2026"/>
                </a:solidFill>
                <a:latin typeface="Inter"/>
                <a:ea typeface="Inter"/>
                <a:cs typeface="Inter"/>
              </a:defRPr>
            </a:lvl5pPr>
            <a:lvl6pPr>
              <a:defRPr sz="2175" b="1">
                <a:solidFill>
                  <a:srgbClr val="1D2026"/>
                </a:solidFill>
                <a:latin typeface="Inter"/>
                <a:ea typeface="Inter"/>
                <a:cs typeface="Inter"/>
              </a:defRPr>
            </a:lvl6pPr>
            <a:lvl7pPr>
              <a:defRPr sz="2175" b="1">
                <a:solidFill>
                  <a:srgbClr val="1D2026"/>
                </a:solidFill>
                <a:latin typeface="Inter"/>
                <a:ea typeface="Inter"/>
                <a:cs typeface="Inter"/>
              </a:defRPr>
            </a:lvl7pPr>
            <a:lvl8pPr>
              <a:defRPr sz="2175" b="1">
                <a:solidFill>
                  <a:srgbClr val="1D2026"/>
                </a:solidFill>
                <a:latin typeface="Inter"/>
                <a:ea typeface="Inter"/>
                <a:cs typeface="Inter"/>
              </a:defRPr>
            </a:lvl8pPr>
            <a:lvl9pPr>
              <a:defRPr sz="2175" b="1">
                <a:solidFill>
                  <a:srgbClr val="1D2026"/>
                </a:solidFill>
                <a:latin typeface="Inter"/>
                <a:ea typeface="Inter"/>
                <a:cs typeface="Inter"/>
              </a:defRPr>
            </a:lvl9pPr>
          </a:lstStyle>
          <a:p xmlns:a="http://schemas.openxmlformats.org/drawingml/2006/main">
            <a:pPr>
              <a:defRPr sz="2175" b="1">
                <a:solidFill>
                  <a:srgbClr val="1D2026"/>
                </a:solidFill>
                <a:latin typeface="Inter"/>
                <a:ea typeface="Inter"/>
                <a:cs typeface="Inter"/>
              </a:defRPr>
            </a:pPr>
            <a:r>
              <a:rPr sz="2175" b="1">
                <a:solidFill>
                  <a:srgbClr val="1D2026"/>
                </a:solidFill>
                <a:latin typeface="Inter"/>
                <a:ea typeface="Inter"/>
                <a:cs typeface="Inter"/>
              </a:rPr>
              <a:t>Пешком</a:t>
            </a:r>
          </a:p>
        </p:txBody>
      </p:sp>
      <p:sp>
        <p:nvSpPr>
          <p:cNvPr id="5" name="Инструкции&#10;Экспорт GPX&#10;Карта 2D / 3D">
            <a:extLst xmlns:a="http://schemas.openxmlformats.org/drawingml/2006/main">
              <a:ext uri="{FF2B5EF4-FFF2-40B4-BE49-F238E27FC236}">
                <a16:creationId xmlns:a16="http://schemas.microsoft.com/office/drawing/2014/main" id="{2A518EA3-A14D-44BE-BBD1-E8F1E4484ACD}"/>
              </a:ext>
            </a:extLst>
          </p:cNvPr>
          <p:cNvSpPr>
            <a:spLocks xmlns:a="http://schemas.openxmlformats.org/drawingml/2006/main" noGrp="1"/>
          </p:cNvSpPr>
          <p:nvPr/>
        </p:nvSpPr>
        <p:spPr>
          <a:xfrm xmlns:a="http://schemas.openxmlformats.org/drawingml/2006/main">
            <a:off x="7600950" y="2838450"/>
            <a:ext cx="39814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6975"/>
                </a:solidFill>
                <a:latin typeface="Inter"/>
                <a:ea typeface="Inter"/>
                <a:cs typeface="Inter"/>
              </a:defRPr>
            </a:defPPr>
            <a:lvl1pPr>
              <a:defRPr sz="2025" b="0">
                <a:solidFill>
                  <a:srgbClr val="606975"/>
                </a:solidFill>
                <a:latin typeface="Inter"/>
                <a:ea typeface="Inter"/>
                <a:cs typeface="Inter"/>
              </a:defRPr>
            </a:lvl1pPr>
            <a:lvl2pPr>
              <a:defRPr sz="2025" b="0">
                <a:solidFill>
                  <a:srgbClr val="606975"/>
                </a:solidFill>
                <a:latin typeface="Inter"/>
                <a:ea typeface="Inter"/>
                <a:cs typeface="Inter"/>
              </a:defRPr>
            </a:lvl2pPr>
            <a:lvl3pPr>
              <a:defRPr sz="2025" b="0">
                <a:solidFill>
                  <a:srgbClr val="606975"/>
                </a:solidFill>
                <a:latin typeface="Inter"/>
                <a:ea typeface="Inter"/>
                <a:cs typeface="Inter"/>
              </a:defRPr>
            </a:lvl3pPr>
            <a:lvl4pPr>
              <a:defRPr sz="2025" b="0">
                <a:solidFill>
                  <a:srgbClr val="606975"/>
                </a:solidFill>
                <a:latin typeface="Inter"/>
                <a:ea typeface="Inter"/>
                <a:cs typeface="Inter"/>
              </a:defRPr>
            </a:lvl4pPr>
            <a:lvl5pPr>
              <a:defRPr sz="2025" b="0">
                <a:solidFill>
                  <a:srgbClr val="606975"/>
                </a:solidFill>
                <a:latin typeface="Inter"/>
                <a:ea typeface="Inter"/>
                <a:cs typeface="Inter"/>
              </a:defRPr>
            </a:lvl5pPr>
            <a:lvl6pPr>
              <a:defRPr sz="2025" b="0">
                <a:solidFill>
                  <a:srgbClr val="606975"/>
                </a:solidFill>
                <a:latin typeface="Inter"/>
                <a:ea typeface="Inter"/>
                <a:cs typeface="Inter"/>
              </a:defRPr>
            </a:lvl6pPr>
            <a:lvl7pPr>
              <a:defRPr sz="2025" b="0">
                <a:solidFill>
                  <a:srgbClr val="606975"/>
                </a:solidFill>
                <a:latin typeface="Inter"/>
                <a:ea typeface="Inter"/>
                <a:cs typeface="Inter"/>
              </a:defRPr>
            </a:lvl7pPr>
            <a:lvl8pPr>
              <a:defRPr sz="2025" b="0">
                <a:solidFill>
                  <a:srgbClr val="606975"/>
                </a:solidFill>
                <a:latin typeface="Inter"/>
                <a:ea typeface="Inter"/>
                <a:cs typeface="Inter"/>
              </a:defRPr>
            </a:lvl8pPr>
            <a:lvl9pPr>
              <a:defRPr sz="2025" b="0">
                <a:solidFill>
                  <a:srgbClr val="606975"/>
                </a:solidFill>
                <a:latin typeface="Inter"/>
                <a:ea typeface="Inter"/>
                <a:cs typeface="Inter"/>
              </a:defRPr>
            </a:lvl9pPr>
          </a:lstStyle>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Инструкции</a:t>
            </a:r>
          </a:p>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Экспорт GPX</a:t>
            </a:r>
          </a:p>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Карта 2D / 3D</a:t>
            </a:r>
          </a:p>
        </p:txBody>
      </p:sp>
      <p:pic>
        <p:nvPicPr>
          <p:cNvPr id="6" name="">
            <a:extLst xmlns:a="http://schemas.openxmlformats.org/drawingml/2006/main">
              <a:ext uri="{FF2B5EF4-FFF2-40B4-BE49-F238E27FC236}">
                <a16:creationId xmlns:a16="http://schemas.microsoft.com/office/drawing/2014/main" id="{5973331E-21D6-41F9-8A3D-AF695360FEF6}"/>
              </a:ext>
            </a:extLst>
          </p:cNvPr>
          <p:cNvPicPr>
            <a:picLocks xmlns:a="http://schemas.openxmlformats.org/drawingml/2006/main" noChangeAspect="1"/>
          </p:cNvPicPr>
          <p:nvPr/>
        </p:nvPicPr>
        <p:blipFill>
          <a:blip xmlns:r="http://schemas.openxmlformats.org/officeDocument/2006/relationships" xmlns:a="http://schemas.openxmlformats.org/drawingml/2006/main" r:embed="Ra17d08aceb6c4393">
            <a:extLst>
              <a:ext uri="{96DAC541-7B7A-43D3-8B79-37D633B846F1}">
                <asvg:svgBlip xmlns:asvg="http://schemas.microsoft.com/office/drawing/2016/SVG/main" r:embed="Rd9dbca385b484610"/>
              </a:ext>
            </a:extLst>
          </a:blip>
          <a:stretch xmlns:a="http://schemas.openxmlformats.org/drawingml/2006/main"/>
        </p:blipFill>
        <p:spPr>
          <a:xfrm xmlns:a="http://schemas.openxmlformats.org/drawingml/2006/main">
            <a:off x="7600950" y="4257675"/>
            <a:ext cx="514350" cy="514350"/>
          </a:xfrm>
          <a:prstGeom xmlns:a="http://schemas.openxmlformats.org/drawingml/2006/main" prst="rect">
            <a:avLst/>
          </a:prstGeom>
        </p:spPr>
      </p:pic>
      <p:sp>
        <p:nvSpPr>
          <p:cNvPr id="7" name="Доступность входа&#10;не гарантирует&#10;путь без ступеней">
            <a:extLst xmlns:a="http://schemas.openxmlformats.org/drawingml/2006/main">
              <a:ext uri="{FF2B5EF4-FFF2-40B4-BE49-F238E27FC236}">
                <a16:creationId xmlns:a16="http://schemas.microsoft.com/office/drawing/2014/main" id="{87470B81-8804-4C8D-AFC1-D9132BD01C22}"/>
              </a:ext>
            </a:extLst>
          </p:cNvPr>
          <p:cNvSpPr>
            <a:spLocks xmlns:a="http://schemas.openxmlformats.org/drawingml/2006/main" noGrp="1"/>
          </p:cNvSpPr>
          <p:nvPr/>
        </p:nvSpPr>
        <p:spPr>
          <a:xfrm xmlns:a="http://schemas.openxmlformats.org/drawingml/2006/main">
            <a:off x="7600950" y="5019675"/>
            <a:ext cx="39814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06975"/>
                </a:solidFill>
                <a:latin typeface="Inter"/>
                <a:ea typeface="Inter"/>
                <a:cs typeface="Inter"/>
              </a:defRPr>
            </a:defPPr>
            <a:lvl1pPr>
              <a:defRPr sz="1950" b="0">
                <a:solidFill>
                  <a:srgbClr val="606975"/>
                </a:solidFill>
                <a:latin typeface="Inter"/>
                <a:ea typeface="Inter"/>
                <a:cs typeface="Inter"/>
              </a:defRPr>
            </a:lvl1pPr>
            <a:lvl2pPr>
              <a:defRPr sz="1950" b="0">
                <a:solidFill>
                  <a:srgbClr val="606975"/>
                </a:solidFill>
                <a:latin typeface="Inter"/>
                <a:ea typeface="Inter"/>
                <a:cs typeface="Inter"/>
              </a:defRPr>
            </a:lvl2pPr>
            <a:lvl3pPr>
              <a:defRPr sz="1950" b="0">
                <a:solidFill>
                  <a:srgbClr val="606975"/>
                </a:solidFill>
                <a:latin typeface="Inter"/>
                <a:ea typeface="Inter"/>
                <a:cs typeface="Inter"/>
              </a:defRPr>
            </a:lvl3pPr>
            <a:lvl4pPr>
              <a:defRPr sz="1950" b="0">
                <a:solidFill>
                  <a:srgbClr val="606975"/>
                </a:solidFill>
                <a:latin typeface="Inter"/>
                <a:ea typeface="Inter"/>
                <a:cs typeface="Inter"/>
              </a:defRPr>
            </a:lvl4pPr>
            <a:lvl5pPr>
              <a:defRPr sz="1950" b="0">
                <a:solidFill>
                  <a:srgbClr val="606975"/>
                </a:solidFill>
                <a:latin typeface="Inter"/>
                <a:ea typeface="Inter"/>
                <a:cs typeface="Inter"/>
              </a:defRPr>
            </a:lvl5pPr>
            <a:lvl6pPr>
              <a:defRPr sz="1950" b="0">
                <a:solidFill>
                  <a:srgbClr val="606975"/>
                </a:solidFill>
                <a:latin typeface="Inter"/>
                <a:ea typeface="Inter"/>
                <a:cs typeface="Inter"/>
              </a:defRPr>
            </a:lvl6pPr>
            <a:lvl7pPr>
              <a:defRPr sz="1950" b="0">
                <a:solidFill>
                  <a:srgbClr val="606975"/>
                </a:solidFill>
                <a:latin typeface="Inter"/>
                <a:ea typeface="Inter"/>
                <a:cs typeface="Inter"/>
              </a:defRPr>
            </a:lvl7pPr>
            <a:lvl8pPr>
              <a:defRPr sz="1950" b="0">
                <a:solidFill>
                  <a:srgbClr val="606975"/>
                </a:solidFill>
                <a:latin typeface="Inter"/>
                <a:ea typeface="Inter"/>
                <a:cs typeface="Inter"/>
              </a:defRPr>
            </a:lvl8pPr>
            <a:lvl9pPr>
              <a:defRPr sz="1950" b="0">
                <a:solidFill>
                  <a:srgbClr val="606975"/>
                </a:solidFill>
                <a:latin typeface="Inter"/>
                <a:ea typeface="Inter"/>
                <a:cs typeface="Inter"/>
              </a:defRPr>
            </a:lvl9pPr>
          </a:lstStyle>
          <a:p xmlns:a="http://schemas.openxmlformats.org/drawingml/2006/main">
            <a:pPr>
              <a:defRPr sz="1950" b="0">
                <a:solidFill>
                  <a:srgbClr val="606975"/>
                </a:solidFill>
                <a:latin typeface="Inter"/>
                <a:ea typeface="Inter"/>
                <a:cs typeface="Inter"/>
              </a:defRPr>
            </a:pPr>
            <a:r>
              <a:rPr sz="1950" b="0">
                <a:solidFill>
                  <a:srgbClr val="606975"/>
                </a:solidFill>
                <a:latin typeface="Inter"/>
                <a:ea typeface="Inter"/>
                <a:cs typeface="Inter"/>
              </a:rPr>
              <a:t>Доступность входа</a:t>
            </a:r>
          </a:p>
          <a:p xmlns:a="http://schemas.openxmlformats.org/drawingml/2006/main">
            <a:pPr>
              <a:defRPr sz="1950" b="0">
                <a:solidFill>
                  <a:srgbClr val="606975"/>
                </a:solidFill>
                <a:latin typeface="Inter"/>
                <a:ea typeface="Inter"/>
                <a:cs typeface="Inter"/>
              </a:defRPr>
            </a:pPr>
            <a:r>
              <a:rPr sz="1950" b="0">
                <a:solidFill>
                  <a:srgbClr val="606975"/>
                </a:solidFill>
                <a:latin typeface="Inter"/>
                <a:ea typeface="Inter"/>
                <a:cs typeface="Inter"/>
              </a:rPr>
              <a:t>не гарантирует</a:t>
            </a:r>
          </a:p>
          <a:p xmlns:a="http://schemas.openxmlformats.org/drawingml/2006/main">
            <a:pPr>
              <a:defRPr sz="1950" b="0">
                <a:solidFill>
                  <a:srgbClr val="606975"/>
                </a:solidFill>
                <a:latin typeface="Inter"/>
                <a:ea typeface="Inter"/>
                <a:cs typeface="Inter"/>
              </a:defRPr>
            </a:pPr>
            <a:r>
              <a:rPr sz="1950" b="0">
                <a:solidFill>
                  <a:srgbClr val="606975"/>
                </a:solidFill>
                <a:latin typeface="Inter"/>
                <a:ea typeface="Inter"/>
                <a:cs typeface="Inter"/>
              </a:rPr>
              <a:t>путь без ступеней</a:t>
            </a:r>
          </a:p>
        </p:txBody>
      </p:sp>
    </p:spTree>
    <p:extLst>
      <p:ext uri="{BB962C8B-B14F-4D97-AF65-F5344CB8AC3E}">
        <p14:creationId xmlns:p14="http://schemas.microsoft.com/office/powerpoint/2010/main" val="2597461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Память и приватность">
            <a:extLst xmlns:a="http://schemas.openxmlformats.org/drawingml/2006/main">
              <a:ext uri="{FF2B5EF4-FFF2-40B4-BE49-F238E27FC236}">
                <a16:creationId xmlns:a16="http://schemas.microsoft.com/office/drawing/2014/main" id="{DC755365-29A3-4B66-A442-56485E5C137A}"/>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D2026"/>
                </a:solidFill>
                <a:latin typeface="Inter"/>
                <a:ea typeface="Inter"/>
                <a:cs typeface="Inter"/>
              </a:defRPr>
            </a:defPPr>
            <a:lvl1pPr>
              <a:defRPr sz="3600" b="1">
                <a:solidFill>
                  <a:srgbClr val="1D2026"/>
                </a:solidFill>
                <a:latin typeface="Inter"/>
                <a:ea typeface="Inter"/>
                <a:cs typeface="Inter"/>
              </a:defRPr>
            </a:lvl1pPr>
            <a:lvl2pPr>
              <a:defRPr sz="3600" b="1">
                <a:solidFill>
                  <a:srgbClr val="1D2026"/>
                </a:solidFill>
                <a:latin typeface="Inter"/>
                <a:ea typeface="Inter"/>
                <a:cs typeface="Inter"/>
              </a:defRPr>
            </a:lvl2pPr>
            <a:lvl3pPr>
              <a:defRPr sz="3600" b="1">
                <a:solidFill>
                  <a:srgbClr val="1D2026"/>
                </a:solidFill>
                <a:latin typeface="Inter"/>
                <a:ea typeface="Inter"/>
                <a:cs typeface="Inter"/>
              </a:defRPr>
            </a:lvl3pPr>
            <a:lvl4pPr>
              <a:defRPr sz="3600" b="1">
                <a:solidFill>
                  <a:srgbClr val="1D2026"/>
                </a:solidFill>
                <a:latin typeface="Inter"/>
                <a:ea typeface="Inter"/>
                <a:cs typeface="Inter"/>
              </a:defRPr>
            </a:lvl4pPr>
            <a:lvl5pPr>
              <a:defRPr sz="3600" b="1">
                <a:solidFill>
                  <a:srgbClr val="1D2026"/>
                </a:solidFill>
                <a:latin typeface="Inter"/>
                <a:ea typeface="Inter"/>
                <a:cs typeface="Inter"/>
              </a:defRPr>
            </a:lvl5pPr>
            <a:lvl6pPr>
              <a:defRPr sz="3600" b="1">
                <a:solidFill>
                  <a:srgbClr val="1D2026"/>
                </a:solidFill>
                <a:latin typeface="Inter"/>
                <a:ea typeface="Inter"/>
                <a:cs typeface="Inter"/>
              </a:defRPr>
            </a:lvl6pPr>
            <a:lvl7pPr>
              <a:defRPr sz="3600" b="1">
                <a:solidFill>
                  <a:srgbClr val="1D2026"/>
                </a:solidFill>
                <a:latin typeface="Inter"/>
                <a:ea typeface="Inter"/>
                <a:cs typeface="Inter"/>
              </a:defRPr>
            </a:lvl7pPr>
            <a:lvl8pPr>
              <a:defRPr sz="3600" b="1">
                <a:solidFill>
                  <a:srgbClr val="1D2026"/>
                </a:solidFill>
                <a:latin typeface="Inter"/>
                <a:ea typeface="Inter"/>
                <a:cs typeface="Inter"/>
              </a:defRPr>
            </a:lvl8pPr>
            <a:lvl9pPr>
              <a:defRPr sz="3600" b="1">
                <a:solidFill>
                  <a:srgbClr val="1D2026"/>
                </a:solidFill>
                <a:latin typeface="Inter"/>
                <a:ea typeface="Inter"/>
                <a:cs typeface="Inter"/>
              </a:defRPr>
            </a:lvl9pPr>
          </a:lstStyle>
          <a:p xmlns:a="http://schemas.openxmlformats.org/drawingml/2006/main">
            <a:pPr>
              <a:defRPr sz="3600" b="1">
                <a:solidFill>
                  <a:srgbClr val="1D2026"/>
                </a:solidFill>
                <a:latin typeface="Inter"/>
                <a:ea typeface="Inter"/>
                <a:cs typeface="Inter"/>
              </a:defRPr>
            </a:pPr>
            <a:r>
              <a:rPr sz="3600" b="1">
                <a:solidFill>
                  <a:srgbClr val="1D2026"/>
                </a:solidFill>
                <a:latin typeface="Inter"/>
                <a:ea typeface="Inter"/>
                <a:cs typeface="Inter"/>
              </a:rPr>
              <a:t>Память и приватность</a:t>
            </a:r>
          </a:p>
        </p:txBody>
      </p:sp>
      <p:pic>
        <p:nvPicPr>
          <p:cNvPr id="2" name="">
            <a:extLst xmlns:a="http://schemas.openxmlformats.org/drawingml/2006/main">
              <a:ext uri="{FF2B5EF4-FFF2-40B4-BE49-F238E27FC236}">
                <a16:creationId xmlns:a16="http://schemas.microsoft.com/office/drawing/2014/main" id="{F137C00A-B78B-496F-B166-01A2EBCBE192}"/>
              </a:ext>
            </a:extLst>
          </p:cNvPr>
          <p:cNvPicPr>
            <a:picLocks xmlns:a="http://schemas.openxmlformats.org/drawingml/2006/main" noChangeAspect="1"/>
          </p:cNvPicPr>
          <p:nvPr/>
        </p:nvPicPr>
        <p:blipFill>
          <a:blip xmlns:r="http://schemas.openxmlformats.org/officeDocument/2006/relationships" xmlns:a="http://schemas.openxmlformats.org/drawingml/2006/main" r:embed="Rdca98a6d5bf64f97"/>
          <a:stretch xmlns:a="http://schemas.openxmlformats.org/drawingml/2006/main"/>
        </p:blipFill>
        <p:spPr>
          <a:xfrm xmlns:a="http://schemas.openxmlformats.org/drawingml/2006/main">
            <a:off x="2420812" y="1371600"/>
            <a:ext cx="3302251" cy="4886325"/>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34E377A3-C820-4F78-9C8E-383BEE2CB6CE}"/>
              </a:ext>
            </a:extLst>
          </p:cNvPr>
          <p:cNvPicPr>
            <a:picLocks xmlns:a="http://schemas.openxmlformats.org/drawingml/2006/main" noChangeAspect="1"/>
          </p:cNvPicPr>
          <p:nvPr/>
        </p:nvPicPr>
        <p:blipFill>
          <a:blip xmlns:r="http://schemas.openxmlformats.org/officeDocument/2006/relationships" xmlns:a="http://schemas.openxmlformats.org/drawingml/2006/main" r:embed="R948a92ada4ac4c26">
            <a:extLst>
              <a:ext uri="{96DAC541-7B7A-43D3-8B79-37D633B846F1}">
                <asvg:svgBlip xmlns:asvg="http://schemas.microsoft.com/office/drawing/2016/SVG/main" r:embed="Rc8e8365b5ca44644"/>
              </a:ext>
            </a:extLst>
          </a:blip>
          <a:stretch xmlns:a="http://schemas.openxmlformats.org/drawingml/2006/main"/>
        </p:blipFill>
        <p:spPr>
          <a:xfrm xmlns:a="http://schemas.openxmlformats.org/drawingml/2006/main">
            <a:off x="8048625" y="1552575"/>
            <a:ext cx="552450" cy="552450"/>
          </a:xfrm>
          <a:prstGeom xmlns:a="http://schemas.openxmlformats.org/drawingml/2006/main" prst="rect">
            <a:avLst/>
          </a:prstGeom>
        </p:spPr>
      </p:pic>
      <p:sp>
        <p:nvSpPr>
          <p:cNvPr id="4" name="По согласию">
            <a:extLst xmlns:a="http://schemas.openxmlformats.org/drawingml/2006/main">
              <a:ext uri="{FF2B5EF4-FFF2-40B4-BE49-F238E27FC236}">
                <a16:creationId xmlns:a16="http://schemas.microsoft.com/office/drawing/2014/main" id="{93016E4D-6839-458A-B7AD-86DB32660E1F}"/>
              </a:ext>
            </a:extLst>
          </p:cNvPr>
          <p:cNvSpPr>
            <a:spLocks xmlns:a="http://schemas.openxmlformats.org/drawingml/2006/main" noGrp="1"/>
          </p:cNvSpPr>
          <p:nvPr/>
        </p:nvSpPr>
        <p:spPr>
          <a:xfrm xmlns:a="http://schemas.openxmlformats.org/drawingml/2006/main">
            <a:off x="8048625" y="2371725"/>
            <a:ext cx="3533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2026"/>
                </a:solidFill>
                <a:latin typeface="Inter"/>
                <a:ea typeface="Inter"/>
                <a:cs typeface="Inter"/>
              </a:defRPr>
            </a:defPPr>
            <a:lvl1pPr>
              <a:defRPr sz="2175" b="1">
                <a:solidFill>
                  <a:srgbClr val="1D2026"/>
                </a:solidFill>
                <a:latin typeface="Inter"/>
                <a:ea typeface="Inter"/>
                <a:cs typeface="Inter"/>
              </a:defRPr>
            </a:lvl1pPr>
            <a:lvl2pPr>
              <a:defRPr sz="2175" b="1">
                <a:solidFill>
                  <a:srgbClr val="1D2026"/>
                </a:solidFill>
                <a:latin typeface="Inter"/>
                <a:ea typeface="Inter"/>
                <a:cs typeface="Inter"/>
              </a:defRPr>
            </a:lvl2pPr>
            <a:lvl3pPr>
              <a:defRPr sz="2175" b="1">
                <a:solidFill>
                  <a:srgbClr val="1D2026"/>
                </a:solidFill>
                <a:latin typeface="Inter"/>
                <a:ea typeface="Inter"/>
                <a:cs typeface="Inter"/>
              </a:defRPr>
            </a:lvl3pPr>
            <a:lvl4pPr>
              <a:defRPr sz="2175" b="1">
                <a:solidFill>
                  <a:srgbClr val="1D2026"/>
                </a:solidFill>
                <a:latin typeface="Inter"/>
                <a:ea typeface="Inter"/>
                <a:cs typeface="Inter"/>
              </a:defRPr>
            </a:lvl4pPr>
            <a:lvl5pPr>
              <a:defRPr sz="2175" b="1">
                <a:solidFill>
                  <a:srgbClr val="1D2026"/>
                </a:solidFill>
                <a:latin typeface="Inter"/>
                <a:ea typeface="Inter"/>
                <a:cs typeface="Inter"/>
              </a:defRPr>
            </a:lvl5pPr>
            <a:lvl6pPr>
              <a:defRPr sz="2175" b="1">
                <a:solidFill>
                  <a:srgbClr val="1D2026"/>
                </a:solidFill>
                <a:latin typeface="Inter"/>
                <a:ea typeface="Inter"/>
                <a:cs typeface="Inter"/>
              </a:defRPr>
            </a:lvl6pPr>
            <a:lvl7pPr>
              <a:defRPr sz="2175" b="1">
                <a:solidFill>
                  <a:srgbClr val="1D2026"/>
                </a:solidFill>
                <a:latin typeface="Inter"/>
                <a:ea typeface="Inter"/>
                <a:cs typeface="Inter"/>
              </a:defRPr>
            </a:lvl7pPr>
            <a:lvl8pPr>
              <a:defRPr sz="2175" b="1">
                <a:solidFill>
                  <a:srgbClr val="1D2026"/>
                </a:solidFill>
                <a:latin typeface="Inter"/>
                <a:ea typeface="Inter"/>
                <a:cs typeface="Inter"/>
              </a:defRPr>
            </a:lvl8pPr>
            <a:lvl9pPr>
              <a:defRPr sz="2175" b="1">
                <a:solidFill>
                  <a:srgbClr val="1D2026"/>
                </a:solidFill>
                <a:latin typeface="Inter"/>
                <a:ea typeface="Inter"/>
                <a:cs typeface="Inter"/>
              </a:defRPr>
            </a:lvl9pPr>
          </a:lstStyle>
          <a:p xmlns:a="http://schemas.openxmlformats.org/drawingml/2006/main">
            <a:pPr>
              <a:defRPr sz="2175" b="1">
                <a:solidFill>
                  <a:srgbClr val="1D2026"/>
                </a:solidFill>
                <a:latin typeface="Inter"/>
                <a:ea typeface="Inter"/>
                <a:cs typeface="Inter"/>
              </a:defRPr>
            </a:pPr>
            <a:r>
              <a:rPr sz="2175" b="1">
                <a:solidFill>
                  <a:srgbClr val="1D2026"/>
                </a:solidFill>
                <a:latin typeface="Inter"/>
                <a:ea typeface="Inter"/>
                <a:cs typeface="Inter"/>
              </a:rPr>
              <a:t>По согласию</a:t>
            </a:r>
          </a:p>
        </p:txBody>
      </p:sp>
      <p:sp>
        <p:nvSpPr>
          <p:cNvPr id="5" name="Просмотр, изменение&#10;и удаление настроек">
            <a:extLst xmlns:a="http://schemas.openxmlformats.org/drawingml/2006/main">
              <a:ext uri="{FF2B5EF4-FFF2-40B4-BE49-F238E27FC236}">
                <a16:creationId xmlns:a16="http://schemas.microsoft.com/office/drawing/2014/main" id="{C33D4056-B832-4053-8BA4-EBEB647C12FC}"/>
              </a:ext>
            </a:extLst>
          </p:cNvPr>
          <p:cNvSpPr>
            <a:spLocks xmlns:a="http://schemas.openxmlformats.org/drawingml/2006/main" noGrp="1"/>
          </p:cNvSpPr>
          <p:nvPr/>
        </p:nvSpPr>
        <p:spPr>
          <a:xfrm xmlns:a="http://schemas.openxmlformats.org/drawingml/2006/main">
            <a:off x="8048625" y="2838450"/>
            <a:ext cx="35337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6975"/>
                </a:solidFill>
                <a:latin typeface="Inter"/>
                <a:ea typeface="Inter"/>
                <a:cs typeface="Inter"/>
              </a:defRPr>
            </a:defPPr>
            <a:lvl1pPr>
              <a:defRPr sz="2025" b="0">
                <a:solidFill>
                  <a:srgbClr val="606975"/>
                </a:solidFill>
                <a:latin typeface="Inter"/>
                <a:ea typeface="Inter"/>
                <a:cs typeface="Inter"/>
              </a:defRPr>
            </a:lvl1pPr>
            <a:lvl2pPr>
              <a:defRPr sz="2025" b="0">
                <a:solidFill>
                  <a:srgbClr val="606975"/>
                </a:solidFill>
                <a:latin typeface="Inter"/>
                <a:ea typeface="Inter"/>
                <a:cs typeface="Inter"/>
              </a:defRPr>
            </a:lvl2pPr>
            <a:lvl3pPr>
              <a:defRPr sz="2025" b="0">
                <a:solidFill>
                  <a:srgbClr val="606975"/>
                </a:solidFill>
                <a:latin typeface="Inter"/>
                <a:ea typeface="Inter"/>
                <a:cs typeface="Inter"/>
              </a:defRPr>
            </a:lvl3pPr>
            <a:lvl4pPr>
              <a:defRPr sz="2025" b="0">
                <a:solidFill>
                  <a:srgbClr val="606975"/>
                </a:solidFill>
                <a:latin typeface="Inter"/>
                <a:ea typeface="Inter"/>
                <a:cs typeface="Inter"/>
              </a:defRPr>
            </a:lvl4pPr>
            <a:lvl5pPr>
              <a:defRPr sz="2025" b="0">
                <a:solidFill>
                  <a:srgbClr val="606975"/>
                </a:solidFill>
                <a:latin typeface="Inter"/>
                <a:ea typeface="Inter"/>
                <a:cs typeface="Inter"/>
              </a:defRPr>
            </a:lvl5pPr>
            <a:lvl6pPr>
              <a:defRPr sz="2025" b="0">
                <a:solidFill>
                  <a:srgbClr val="606975"/>
                </a:solidFill>
                <a:latin typeface="Inter"/>
                <a:ea typeface="Inter"/>
                <a:cs typeface="Inter"/>
              </a:defRPr>
            </a:lvl6pPr>
            <a:lvl7pPr>
              <a:defRPr sz="2025" b="0">
                <a:solidFill>
                  <a:srgbClr val="606975"/>
                </a:solidFill>
                <a:latin typeface="Inter"/>
                <a:ea typeface="Inter"/>
                <a:cs typeface="Inter"/>
              </a:defRPr>
            </a:lvl7pPr>
            <a:lvl8pPr>
              <a:defRPr sz="2025" b="0">
                <a:solidFill>
                  <a:srgbClr val="606975"/>
                </a:solidFill>
                <a:latin typeface="Inter"/>
                <a:ea typeface="Inter"/>
                <a:cs typeface="Inter"/>
              </a:defRPr>
            </a:lvl8pPr>
            <a:lvl9pPr>
              <a:defRPr sz="2025" b="0">
                <a:solidFill>
                  <a:srgbClr val="606975"/>
                </a:solidFill>
                <a:latin typeface="Inter"/>
                <a:ea typeface="Inter"/>
                <a:cs typeface="Inter"/>
              </a:defRPr>
            </a:lvl9pPr>
          </a:lstStyle>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Просмотр, изменение</a:t>
            </a:r>
          </a:p>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и удаление настроек</a:t>
            </a:r>
          </a:p>
        </p:txBody>
      </p:sp>
      <p:sp>
        <p:nvSpPr>
          <p:cNvPr id="6" name="30 дней">
            <a:extLst xmlns:a="http://schemas.openxmlformats.org/drawingml/2006/main">
              <a:ext uri="{FF2B5EF4-FFF2-40B4-BE49-F238E27FC236}">
                <a16:creationId xmlns:a16="http://schemas.microsoft.com/office/drawing/2014/main" id="{FFEA3C5F-D398-42E3-A6C8-D18DA710A5A7}"/>
              </a:ext>
            </a:extLst>
          </p:cNvPr>
          <p:cNvSpPr>
            <a:spLocks xmlns:a="http://schemas.openxmlformats.org/drawingml/2006/main" noGrp="1"/>
          </p:cNvSpPr>
          <p:nvPr/>
        </p:nvSpPr>
        <p:spPr>
          <a:xfrm xmlns:a="http://schemas.openxmlformats.org/drawingml/2006/main">
            <a:off x="8048625" y="4343400"/>
            <a:ext cx="3533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2026"/>
                </a:solidFill>
                <a:latin typeface="Inter"/>
                <a:ea typeface="Inter"/>
                <a:cs typeface="Inter"/>
              </a:defRPr>
            </a:defPPr>
            <a:lvl1pPr>
              <a:defRPr sz="2175" b="1">
                <a:solidFill>
                  <a:srgbClr val="1D2026"/>
                </a:solidFill>
                <a:latin typeface="Inter"/>
                <a:ea typeface="Inter"/>
                <a:cs typeface="Inter"/>
              </a:defRPr>
            </a:lvl1pPr>
            <a:lvl2pPr>
              <a:defRPr sz="2175" b="1">
                <a:solidFill>
                  <a:srgbClr val="1D2026"/>
                </a:solidFill>
                <a:latin typeface="Inter"/>
                <a:ea typeface="Inter"/>
                <a:cs typeface="Inter"/>
              </a:defRPr>
            </a:lvl2pPr>
            <a:lvl3pPr>
              <a:defRPr sz="2175" b="1">
                <a:solidFill>
                  <a:srgbClr val="1D2026"/>
                </a:solidFill>
                <a:latin typeface="Inter"/>
                <a:ea typeface="Inter"/>
                <a:cs typeface="Inter"/>
              </a:defRPr>
            </a:lvl3pPr>
            <a:lvl4pPr>
              <a:defRPr sz="2175" b="1">
                <a:solidFill>
                  <a:srgbClr val="1D2026"/>
                </a:solidFill>
                <a:latin typeface="Inter"/>
                <a:ea typeface="Inter"/>
                <a:cs typeface="Inter"/>
              </a:defRPr>
            </a:lvl4pPr>
            <a:lvl5pPr>
              <a:defRPr sz="2175" b="1">
                <a:solidFill>
                  <a:srgbClr val="1D2026"/>
                </a:solidFill>
                <a:latin typeface="Inter"/>
                <a:ea typeface="Inter"/>
                <a:cs typeface="Inter"/>
              </a:defRPr>
            </a:lvl5pPr>
            <a:lvl6pPr>
              <a:defRPr sz="2175" b="1">
                <a:solidFill>
                  <a:srgbClr val="1D2026"/>
                </a:solidFill>
                <a:latin typeface="Inter"/>
                <a:ea typeface="Inter"/>
                <a:cs typeface="Inter"/>
              </a:defRPr>
            </a:lvl6pPr>
            <a:lvl7pPr>
              <a:defRPr sz="2175" b="1">
                <a:solidFill>
                  <a:srgbClr val="1D2026"/>
                </a:solidFill>
                <a:latin typeface="Inter"/>
                <a:ea typeface="Inter"/>
                <a:cs typeface="Inter"/>
              </a:defRPr>
            </a:lvl7pPr>
            <a:lvl8pPr>
              <a:defRPr sz="2175" b="1">
                <a:solidFill>
                  <a:srgbClr val="1D2026"/>
                </a:solidFill>
                <a:latin typeface="Inter"/>
                <a:ea typeface="Inter"/>
                <a:cs typeface="Inter"/>
              </a:defRPr>
            </a:lvl8pPr>
            <a:lvl9pPr>
              <a:defRPr sz="2175" b="1">
                <a:solidFill>
                  <a:srgbClr val="1D2026"/>
                </a:solidFill>
                <a:latin typeface="Inter"/>
                <a:ea typeface="Inter"/>
                <a:cs typeface="Inter"/>
              </a:defRPr>
            </a:lvl9pPr>
          </a:lstStyle>
          <a:p xmlns:a="http://schemas.openxmlformats.org/drawingml/2006/main">
            <a:pPr>
              <a:defRPr sz="2175" b="1">
                <a:solidFill>
                  <a:srgbClr val="1D2026"/>
                </a:solidFill>
                <a:latin typeface="Inter"/>
                <a:ea typeface="Inter"/>
                <a:cs typeface="Inter"/>
              </a:defRPr>
            </a:pPr>
            <a:r>
              <a:rPr sz="2175" b="1">
                <a:solidFill>
                  <a:srgbClr val="1D2026"/>
                </a:solidFill>
                <a:latin typeface="Inter"/>
                <a:ea typeface="Inter"/>
                <a:cs typeface="Inter"/>
              </a:rPr>
              <a:t>30 дней</a:t>
            </a:r>
          </a:p>
        </p:txBody>
      </p:sp>
      <p:sp>
        <p:nvSpPr>
          <p:cNvPr id="7" name="Без переписки&#10;и точных координат&#10;в памяти предпочтений">
            <a:extLst xmlns:a="http://schemas.openxmlformats.org/drawingml/2006/main">
              <a:ext uri="{FF2B5EF4-FFF2-40B4-BE49-F238E27FC236}">
                <a16:creationId xmlns:a16="http://schemas.microsoft.com/office/drawing/2014/main" id="{B48D2852-856B-41E0-A438-7F0637F8A164}"/>
              </a:ext>
            </a:extLst>
          </p:cNvPr>
          <p:cNvSpPr>
            <a:spLocks xmlns:a="http://schemas.openxmlformats.org/drawingml/2006/main" noGrp="1"/>
          </p:cNvSpPr>
          <p:nvPr/>
        </p:nvSpPr>
        <p:spPr>
          <a:xfrm xmlns:a="http://schemas.openxmlformats.org/drawingml/2006/main">
            <a:off x="8048625" y="4810125"/>
            <a:ext cx="35337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6975"/>
                </a:solidFill>
                <a:latin typeface="Inter"/>
                <a:ea typeface="Inter"/>
                <a:cs typeface="Inter"/>
              </a:defRPr>
            </a:defPPr>
            <a:lvl1pPr>
              <a:defRPr sz="2025" b="0">
                <a:solidFill>
                  <a:srgbClr val="606975"/>
                </a:solidFill>
                <a:latin typeface="Inter"/>
                <a:ea typeface="Inter"/>
                <a:cs typeface="Inter"/>
              </a:defRPr>
            </a:lvl1pPr>
            <a:lvl2pPr>
              <a:defRPr sz="2025" b="0">
                <a:solidFill>
                  <a:srgbClr val="606975"/>
                </a:solidFill>
                <a:latin typeface="Inter"/>
                <a:ea typeface="Inter"/>
                <a:cs typeface="Inter"/>
              </a:defRPr>
            </a:lvl2pPr>
            <a:lvl3pPr>
              <a:defRPr sz="2025" b="0">
                <a:solidFill>
                  <a:srgbClr val="606975"/>
                </a:solidFill>
                <a:latin typeface="Inter"/>
                <a:ea typeface="Inter"/>
                <a:cs typeface="Inter"/>
              </a:defRPr>
            </a:lvl3pPr>
            <a:lvl4pPr>
              <a:defRPr sz="2025" b="0">
                <a:solidFill>
                  <a:srgbClr val="606975"/>
                </a:solidFill>
                <a:latin typeface="Inter"/>
                <a:ea typeface="Inter"/>
                <a:cs typeface="Inter"/>
              </a:defRPr>
            </a:lvl4pPr>
            <a:lvl5pPr>
              <a:defRPr sz="2025" b="0">
                <a:solidFill>
                  <a:srgbClr val="606975"/>
                </a:solidFill>
                <a:latin typeface="Inter"/>
                <a:ea typeface="Inter"/>
                <a:cs typeface="Inter"/>
              </a:defRPr>
            </a:lvl5pPr>
            <a:lvl6pPr>
              <a:defRPr sz="2025" b="0">
                <a:solidFill>
                  <a:srgbClr val="606975"/>
                </a:solidFill>
                <a:latin typeface="Inter"/>
                <a:ea typeface="Inter"/>
                <a:cs typeface="Inter"/>
              </a:defRPr>
            </a:lvl6pPr>
            <a:lvl7pPr>
              <a:defRPr sz="2025" b="0">
                <a:solidFill>
                  <a:srgbClr val="606975"/>
                </a:solidFill>
                <a:latin typeface="Inter"/>
                <a:ea typeface="Inter"/>
                <a:cs typeface="Inter"/>
              </a:defRPr>
            </a:lvl7pPr>
            <a:lvl8pPr>
              <a:defRPr sz="2025" b="0">
                <a:solidFill>
                  <a:srgbClr val="606975"/>
                </a:solidFill>
                <a:latin typeface="Inter"/>
                <a:ea typeface="Inter"/>
                <a:cs typeface="Inter"/>
              </a:defRPr>
            </a:lvl8pPr>
            <a:lvl9pPr>
              <a:defRPr sz="2025" b="0">
                <a:solidFill>
                  <a:srgbClr val="606975"/>
                </a:solidFill>
                <a:latin typeface="Inter"/>
                <a:ea typeface="Inter"/>
                <a:cs typeface="Inter"/>
              </a:defRPr>
            </a:lvl9pPr>
          </a:lstStyle>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Без переписки</a:t>
            </a:r>
          </a:p>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и точных координат</a:t>
            </a:r>
          </a:p>
          <a:p xmlns:a="http://schemas.openxmlformats.org/drawingml/2006/main">
            <a:pPr>
              <a:defRPr sz="2025" b="0">
                <a:solidFill>
                  <a:srgbClr val="606975"/>
                </a:solidFill>
                <a:latin typeface="Inter"/>
                <a:ea typeface="Inter"/>
                <a:cs typeface="Inter"/>
              </a:defRPr>
            </a:pPr>
            <a:r>
              <a:rPr sz="2025" b="0">
                <a:solidFill>
                  <a:srgbClr val="606975"/>
                </a:solidFill>
                <a:latin typeface="Inter"/>
                <a:ea typeface="Inter"/>
                <a:cs typeface="Inter"/>
              </a:rPr>
              <a:t>в памяти предпочтений</a:t>
            </a:r>
          </a:p>
        </p:txBody>
      </p:sp>
    </p:spTree>
    <p:extLst>
      <p:ext uri="{BB962C8B-B14F-4D97-AF65-F5344CB8AC3E}">
        <p14:creationId xmlns:p14="http://schemas.microsoft.com/office/powerpoint/2010/main" val="14609758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Проверки и ограничения">
            <a:extLst xmlns:a="http://schemas.openxmlformats.org/drawingml/2006/main">
              <a:ext uri="{FF2B5EF4-FFF2-40B4-BE49-F238E27FC236}">
                <a16:creationId xmlns:a16="http://schemas.microsoft.com/office/drawing/2014/main" id="{DFB768E4-BE00-4B8C-8629-F132A144F084}"/>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D2026"/>
                </a:solidFill>
                <a:latin typeface="Inter"/>
                <a:ea typeface="Inter"/>
                <a:cs typeface="Inter"/>
              </a:defRPr>
            </a:defPPr>
            <a:lvl1pPr>
              <a:defRPr sz="3600" b="1">
                <a:solidFill>
                  <a:srgbClr val="1D2026"/>
                </a:solidFill>
                <a:latin typeface="Inter"/>
                <a:ea typeface="Inter"/>
                <a:cs typeface="Inter"/>
              </a:defRPr>
            </a:lvl1pPr>
            <a:lvl2pPr>
              <a:defRPr sz="3600" b="1">
                <a:solidFill>
                  <a:srgbClr val="1D2026"/>
                </a:solidFill>
                <a:latin typeface="Inter"/>
                <a:ea typeface="Inter"/>
                <a:cs typeface="Inter"/>
              </a:defRPr>
            </a:lvl2pPr>
            <a:lvl3pPr>
              <a:defRPr sz="3600" b="1">
                <a:solidFill>
                  <a:srgbClr val="1D2026"/>
                </a:solidFill>
                <a:latin typeface="Inter"/>
                <a:ea typeface="Inter"/>
                <a:cs typeface="Inter"/>
              </a:defRPr>
            </a:lvl3pPr>
            <a:lvl4pPr>
              <a:defRPr sz="3600" b="1">
                <a:solidFill>
                  <a:srgbClr val="1D2026"/>
                </a:solidFill>
                <a:latin typeface="Inter"/>
                <a:ea typeface="Inter"/>
                <a:cs typeface="Inter"/>
              </a:defRPr>
            </a:lvl4pPr>
            <a:lvl5pPr>
              <a:defRPr sz="3600" b="1">
                <a:solidFill>
                  <a:srgbClr val="1D2026"/>
                </a:solidFill>
                <a:latin typeface="Inter"/>
                <a:ea typeface="Inter"/>
                <a:cs typeface="Inter"/>
              </a:defRPr>
            </a:lvl5pPr>
            <a:lvl6pPr>
              <a:defRPr sz="3600" b="1">
                <a:solidFill>
                  <a:srgbClr val="1D2026"/>
                </a:solidFill>
                <a:latin typeface="Inter"/>
                <a:ea typeface="Inter"/>
                <a:cs typeface="Inter"/>
              </a:defRPr>
            </a:lvl6pPr>
            <a:lvl7pPr>
              <a:defRPr sz="3600" b="1">
                <a:solidFill>
                  <a:srgbClr val="1D2026"/>
                </a:solidFill>
                <a:latin typeface="Inter"/>
                <a:ea typeface="Inter"/>
                <a:cs typeface="Inter"/>
              </a:defRPr>
            </a:lvl7pPr>
            <a:lvl8pPr>
              <a:defRPr sz="3600" b="1">
                <a:solidFill>
                  <a:srgbClr val="1D2026"/>
                </a:solidFill>
                <a:latin typeface="Inter"/>
                <a:ea typeface="Inter"/>
                <a:cs typeface="Inter"/>
              </a:defRPr>
            </a:lvl8pPr>
            <a:lvl9pPr>
              <a:defRPr sz="3600" b="1">
                <a:solidFill>
                  <a:srgbClr val="1D2026"/>
                </a:solidFill>
                <a:latin typeface="Inter"/>
                <a:ea typeface="Inter"/>
                <a:cs typeface="Inter"/>
              </a:defRPr>
            </a:lvl9pPr>
          </a:lstStyle>
          <a:p xmlns:a="http://schemas.openxmlformats.org/drawingml/2006/main">
            <a:pPr>
              <a:defRPr sz="3600" b="1">
                <a:solidFill>
                  <a:srgbClr val="1D2026"/>
                </a:solidFill>
                <a:latin typeface="Inter"/>
                <a:ea typeface="Inter"/>
                <a:cs typeface="Inter"/>
              </a:defRPr>
            </a:pPr>
            <a:r>
              <a:rPr sz="3600" b="1">
                <a:solidFill>
                  <a:srgbClr val="1D2026"/>
                </a:solidFill>
                <a:latin typeface="Inter"/>
                <a:ea typeface="Inter"/>
                <a:cs typeface="Inter"/>
              </a:rPr>
              <a:t>Проверки и ограничения</a:t>
            </a:r>
          </a:p>
        </p:txBody>
      </p:sp>
      <p:sp>
        <p:nvSpPr>
          <p:cNvPr id="2" name="624">
            <a:extLst xmlns:a="http://schemas.openxmlformats.org/drawingml/2006/main">
              <a:ext uri="{FF2B5EF4-FFF2-40B4-BE49-F238E27FC236}">
                <a16:creationId xmlns:a16="http://schemas.microsoft.com/office/drawing/2014/main" id="{B5915465-0E3E-4E33-A233-FE500FEE0348}"/>
              </a:ext>
            </a:extLst>
          </p:cNvPr>
          <p:cNvSpPr>
            <a:spLocks xmlns:a="http://schemas.openxmlformats.org/drawingml/2006/main" noGrp="1"/>
          </p:cNvSpPr>
          <p:nvPr/>
        </p:nvSpPr>
        <p:spPr>
          <a:xfrm xmlns:a="http://schemas.openxmlformats.org/drawingml/2006/main">
            <a:off x="609600" y="1676400"/>
            <a:ext cx="3095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525" b="1">
                <a:solidFill>
                  <a:srgbClr val="3155EB"/>
                </a:solidFill>
                <a:latin typeface="Inter"/>
                <a:ea typeface="Inter"/>
                <a:cs typeface="Inter"/>
              </a:defRPr>
            </a:defPPr>
            <a:lvl1pPr>
              <a:defRPr sz="6525" b="1">
                <a:solidFill>
                  <a:srgbClr val="3155EB"/>
                </a:solidFill>
                <a:latin typeface="Inter"/>
                <a:ea typeface="Inter"/>
                <a:cs typeface="Inter"/>
              </a:defRPr>
            </a:lvl1pPr>
            <a:lvl2pPr>
              <a:defRPr sz="6525" b="1">
                <a:solidFill>
                  <a:srgbClr val="3155EB"/>
                </a:solidFill>
                <a:latin typeface="Inter"/>
                <a:ea typeface="Inter"/>
                <a:cs typeface="Inter"/>
              </a:defRPr>
            </a:lvl2pPr>
            <a:lvl3pPr>
              <a:defRPr sz="6525" b="1">
                <a:solidFill>
                  <a:srgbClr val="3155EB"/>
                </a:solidFill>
                <a:latin typeface="Inter"/>
                <a:ea typeface="Inter"/>
                <a:cs typeface="Inter"/>
              </a:defRPr>
            </a:lvl3pPr>
            <a:lvl4pPr>
              <a:defRPr sz="6525" b="1">
                <a:solidFill>
                  <a:srgbClr val="3155EB"/>
                </a:solidFill>
                <a:latin typeface="Inter"/>
                <a:ea typeface="Inter"/>
                <a:cs typeface="Inter"/>
              </a:defRPr>
            </a:lvl4pPr>
            <a:lvl5pPr>
              <a:defRPr sz="6525" b="1">
                <a:solidFill>
                  <a:srgbClr val="3155EB"/>
                </a:solidFill>
                <a:latin typeface="Inter"/>
                <a:ea typeface="Inter"/>
                <a:cs typeface="Inter"/>
              </a:defRPr>
            </a:lvl5pPr>
            <a:lvl6pPr>
              <a:defRPr sz="6525" b="1">
                <a:solidFill>
                  <a:srgbClr val="3155EB"/>
                </a:solidFill>
                <a:latin typeface="Inter"/>
                <a:ea typeface="Inter"/>
                <a:cs typeface="Inter"/>
              </a:defRPr>
            </a:lvl6pPr>
            <a:lvl7pPr>
              <a:defRPr sz="6525" b="1">
                <a:solidFill>
                  <a:srgbClr val="3155EB"/>
                </a:solidFill>
                <a:latin typeface="Inter"/>
                <a:ea typeface="Inter"/>
                <a:cs typeface="Inter"/>
              </a:defRPr>
            </a:lvl7pPr>
            <a:lvl8pPr>
              <a:defRPr sz="6525" b="1">
                <a:solidFill>
                  <a:srgbClr val="3155EB"/>
                </a:solidFill>
                <a:latin typeface="Inter"/>
                <a:ea typeface="Inter"/>
                <a:cs typeface="Inter"/>
              </a:defRPr>
            </a:lvl8pPr>
            <a:lvl9pPr>
              <a:defRPr sz="6525" b="1">
                <a:solidFill>
                  <a:srgbClr val="3155EB"/>
                </a:solidFill>
                <a:latin typeface="Inter"/>
                <a:ea typeface="Inter"/>
                <a:cs typeface="Inter"/>
              </a:defRPr>
            </a:lvl9pPr>
          </a:lstStyle>
          <a:p xmlns:a="http://schemas.openxmlformats.org/drawingml/2006/main">
            <a:pPr>
              <a:defRPr sz="6525" b="1">
                <a:solidFill>
                  <a:srgbClr val="3155EB"/>
                </a:solidFill>
                <a:latin typeface="Inter"/>
                <a:ea typeface="Inter"/>
                <a:cs typeface="Inter"/>
              </a:defRPr>
            </a:pPr>
            <a:r>
              <a:rPr sz="6525" b="1">
                <a:solidFill>
                  <a:srgbClr val="3155EB"/>
                </a:solidFill>
                <a:latin typeface="Inter"/>
                <a:ea typeface="Inter"/>
                <a:cs typeface="Inter"/>
              </a:rPr>
              <a:t>624</a:t>
            </a:r>
          </a:p>
        </p:txBody>
      </p:sp>
      <p:sp>
        <p:nvSpPr>
          <p:cNvPr id="3" name="автотеста сервера">
            <a:extLst xmlns:a="http://schemas.openxmlformats.org/drawingml/2006/main">
              <a:ext uri="{FF2B5EF4-FFF2-40B4-BE49-F238E27FC236}">
                <a16:creationId xmlns:a16="http://schemas.microsoft.com/office/drawing/2014/main" id="{846FCC56-4E46-463C-8394-8B6401C0DD45}"/>
              </a:ext>
            </a:extLst>
          </p:cNvPr>
          <p:cNvSpPr>
            <a:spLocks xmlns:a="http://schemas.openxmlformats.org/drawingml/2006/main" noGrp="1"/>
          </p:cNvSpPr>
          <p:nvPr/>
        </p:nvSpPr>
        <p:spPr>
          <a:xfrm xmlns:a="http://schemas.openxmlformats.org/drawingml/2006/main">
            <a:off x="657225" y="2924175"/>
            <a:ext cx="319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D2026"/>
                </a:solidFill>
                <a:latin typeface="Inter"/>
                <a:ea typeface="Inter"/>
                <a:cs typeface="Inter"/>
              </a:defRPr>
            </a:defPPr>
            <a:lvl1pPr>
              <a:defRPr sz="2250" b="0">
                <a:solidFill>
                  <a:srgbClr val="1D2026"/>
                </a:solidFill>
                <a:latin typeface="Inter"/>
                <a:ea typeface="Inter"/>
                <a:cs typeface="Inter"/>
              </a:defRPr>
            </a:lvl1pPr>
            <a:lvl2pPr>
              <a:defRPr sz="2250" b="0">
                <a:solidFill>
                  <a:srgbClr val="1D2026"/>
                </a:solidFill>
                <a:latin typeface="Inter"/>
                <a:ea typeface="Inter"/>
                <a:cs typeface="Inter"/>
              </a:defRPr>
            </a:lvl2pPr>
            <a:lvl3pPr>
              <a:defRPr sz="2250" b="0">
                <a:solidFill>
                  <a:srgbClr val="1D2026"/>
                </a:solidFill>
                <a:latin typeface="Inter"/>
                <a:ea typeface="Inter"/>
                <a:cs typeface="Inter"/>
              </a:defRPr>
            </a:lvl3pPr>
            <a:lvl4pPr>
              <a:defRPr sz="2250" b="0">
                <a:solidFill>
                  <a:srgbClr val="1D2026"/>
                </a:solidFill>
                <a:latin typeface="Inter"/>
                <a:ea typeface="Inter"/>
                <a:cs typeface="Inter"/>
              </a:defRPr>
            </a:lvl4pPr>
            <a:lvl5pPr>
              <a:defRPr sz="2250" b="0">
                <a:solidFill>
                  <a:srgbClr val="1D2026"/>
                </a:solidFill>
                <a:latin typeface="Inter"/>
                <a:ea typeface="Inter"/>
                <a:cs typeface="Inter"/>
              </a:defRPr>
            </a:lvl5pPr>
            <a:lvl6pPr>
              <a:defRPr sz="2250" b="0">
                <a:solidFill>
                  <a:srgbClr val="1D2026"/>
                </a:solidFill>
                <a:latin typeface="Inter"/>
                <a:ea typeface="Inter"/>
                <a:cs typeface="Inter"/>
              </a:defRPr>
            </a:lvl6pPr>
            <a:lvl7pPr>
              <a:defRPr sz="2250" b="0">
                <a:solidFill>
                  <a:srgbClr val="1D2026"/>
                </a:solidFill>
                <a:latin typeface="Inter"/>
                <a:ea typeface="Inter"/>
                <a:cs typeface="Inter"/>
              </a:defRPr>
            </a:lvl7pPr>
            <a:lvl8pPr>
              <a:defRPr sz="2250" b="0">
                <a:solidFill>
                  <a:srgbClr val="1D2026"/>
                </a:solidFill>
                <a:latin typeface="Inter"/>
                <a:ea typeface="Inter"/>
                <a:cs typeface="Inter"/>
              </a:defRPr>
            </a:lvl8pPr>
            <a:lvl9pPr>
              <a:defRPr sz="2250" b="0">
                <a:solidFill>
                  <a:srgbClr val="1D2026"/>
                </a:solidFill>
                <a:latin typeface="Inter"/>
                <a:ea typeface="Inter"/>
                <a:cs typeface="Inter"/>
              </a:defRPr>
            </a:lvl9pPr>
          </a:lstStyle>
          <a:p xmlns:a="http://schemas.openxmlformats.org/drawingml/2006/main">
            <a:pPr>
              <a:defRPr sz="2250" b="0">
                <a:solidFill>
                  <a:srgbClr val="1D2026"/>
                </a:solidFill>
                <a:latin typeface="Inter"/>
                <a:ea typeface="Inter"/>
                <a:cs typeface="Inter"/>
              </a:defRPr>
            </a:pPr>
            <a:r>
              <a:rPr sz="2250" b="0">
                <a:solidFill>
                  <a:srgbClr val="1D2026"/>
                </a:solidFill>
                <a:latin typeface="Inter"/>
                <a:ea typeface="Inter"/>
                <a:cs typeface="Inter"/>
              </a:rPr>
              <a:t>автотеста сервера</a:t>
            </a:r>
          </a:p>
        </p:txBody>
      </p:sp>
      <p:sp>
        <p:nvSpPr>
          <p:cNvPr id="4" name="156 / 156">
            <a:extLst xmlns:a="http://schemas.openxmlformats.org/drawingml/2006/main">
              <a:ext uri="{FF2B5EF4-FFF2-40B4-BE49-F238E27FC236}">
                <a16:creationId xmlns:a16="http://schemas.microsoft.com/office/drawing/2014/main" id="{06709BA9-FF8F-4D10-AD1A-E18AF3F89385}"/>
              </a:ext>
            </a:extLst>
          </p:cNvPr>
          <p:cNvSpPr>
            <a:spLocks xmlns:a="http://schemas.openxmlformats.org/drawingml/2006/main" noGrp="1"/>
          </p:cNvSpPr>
          <p:nvPr/>
        </p:nvSpPr>
        <p:spPr>
          <a:xfrm xmlns:a="http://schemas.openxmlformats.org/drawingml/2006/main">
            <a:off x="4238625" y="1676400"/>
            <a:ext cx="3600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625" b="1">
                <a:solidFill>
                  <a:srgbClr val="3155EB"/>
                </a:solidFill>
                <a:latin typeface="Inter"/>
                <a:ea typeface="Inter"/>
                <a:cs typeface="Inter"/>
              </a:defRPr>
            </a:defPPr>
            <a:lvl1pPr>
              <a:defRPr sz="5625" b="1">
                <a:solidFill>
                  <a:srgbClr val="3155EB"/>
                </a:solidFill>
                <a:latin typeface="Inter"/>
                <a:ea typeface="Inter"/>
                <a:cs typeface="Inter"/>
              </a:defRPr>
            </a:lvl1pPr>
            <a:lvl2pPr>
              <a:defRPr sz="5625" b="1">
                <a:solidFill>
                  <a:srgbClr val="3155EB"/>
                </a:solidFill>
                <a:latin typeface="Inter"/>
                <a:ea typeface="Inter"/>
                <a:cs typeface="Inter"/>
              </a:defRPr>
            </a:lvl2pPr>
            <a:lvl3pPr>
              <a:defRPr sz="5625" b="1">
                <a:solidFill>
                  <a:srgbClr val="3155EB"/>
                </a:solidFill>
                <a:latin typeface="Inter"/>
                <a:ea typeface="Inter"/>
                <a:cs typeface="Inter"/>
              </a:defRPr>
            </a:lvl3pPr>
            <a:lvl4pPr>
              <a:defRPr sz="5625" b="1">
                <a:solidFill>
                  <a:srgbClr val="3155EB"/>
                </a:solidFill>
                <a:latin typeface="Inter"/>
                <a:ea typeface="Inter"/>
                <a:cs typeface="Inter"/>
              </a:defRPr>
            </a:lvl4pPr>
            <a:lvl5pPr>
              <a:defRPr sz="5625" b="1">
                <a:solidFill>
                  <a:srgbClr val="3155EB"/>
                </a:solidFill>
                <a:latin typeface="Inter"/>
                <a:ea typeface="Inter"/>
                <a:cs typeface="Inter"/>
              </a:defRPr>
            </a:lvl5pPr>
            <a:lvl6pPr>
              <a:defRPr sz="5625" b="1">
                <a:solidFill>
                  <a:srgbClr val="3155EB"/>
                </a:solidFill>
                <a:latin typeface="Inter"/>
                <a:ea typeface="Inter"/>
                <a:cs typeface="Inter"/>
              </a:defRPr>
            </a:lvl6pPr>
            <a:lvl7pPr>
              <a:defRPr sz="5625" b="1">
                <a:solidFill>
                  <a:srgbClr val="3155EB"/>
                </a:solidFill>
                <a:latin typeface="Inter"/>
                <a:ea typeface="Inter"/>
                <a:cs typeface="Inter"/>
              </a:defRPr>
            </a:lvl7pPr>
            <a:lvl8pPr>
              <a:defRPr sz="5625" b="1">
                <a:solidFill>
                  <a:srgbClr val="3155EB"/>
                </a:solidFill>
                <a:latin typeface="Inter"/>
                <a:ea typeface="Inter"/>
                <a:cs typeface="Inter"/>
              </a:defRPr>
            </a:lvl8pPr>
            <a:lvl9pPr>
              <a:defRPr sz="5625" b="1">
                <a:solidFill>
                  <a:srgbClr val="3155EB"/>
                </a:solidFill>
                <a:latin typeface="Inter"/>
                <a:ea typeface="Inter"/>
                <a:cs typeface="Inter"/>
              </a:defRPr>
            </a:lvl9pPr>
          </a:lstStyle>
          <a:p xmlns:a="http://schemas.openxmlformats.org/drawingml/2006/main">
            <a:pPr>
              <a:defRPr sz="5625" b="1">
                <a:solidFill>
                  <a:srgbClr val="3155EB"/>
                </a:solidFill>
                <a:latin typeface="Inter"/>
                <a:ea typeface="Inter"/>
                <a:cs typeface="Inter"/>
              </a:defRPr>
            </a:pPr>
            <a:r>
              <a:rPr sz="5625" b="1">
                <a:solidFill>
                  <a:srgbClr val="3155EB"/>
                </a:solidFill>
                <a:latin typeface="Inter"/>
                <a:ea typeface="Inter"/>
                <a:cs typeface="Inter"/>
              </a:rPr>
              <a:t>156 / 156</a:t>
            </a:r>
          </a:p>
        </p:txBody>
      </p:sp>
      <p:sp>
        <p:nvSpPr>
          <p:cNvPr id="5" name="сценарных проверок">
            <a:extLst xmlns:a="http://schemas.openxmlformats.org/drawingml/2006/main">
              <a:ext uri="{FF2B5EF4-FFF2-40B4-BE49-F238E27FC236}">
                <a16:creationId xmlns:a16="http://schemas.microsoft.com/office/drawing/2014/main" id="{E3BF2762-7D49-43C9-992E-F20890D3FB52}"/>
              </a:ext>
            </a:extLst>
          </p:cNvPr>
          <p:cNvSpPr>
            <a:spLocks xmlns:a="http://schemas.openxmlformats.org/drawingml/2006/main" noGrp="1"/>
          </p:cNvSpPr>
          <p:nvPr/>
        </p:nvSpPr>
        <p:spPr>
          <a:xfrm xmlns:a="http://schemas.openxmlformats.org/drawingml/2006/main">
            <a:off x="4286250" y="2924175"/>
            <a:ext cx="357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026"/>
                </a:solidFill>
                <a:latin typeface="Inter"/>
                <a:ea typeface="Inter"/>
                <a:cs typeface="Inter"/>
              </a:defRPr>
            </a:defPPr>
            <a:lvl1pPr>
              <a:defRPr sz="2175" b="0">
                <a:solidFill>
                  <a:srgbClr val="1D2026"/>
                </a:solidFill>
                <a:latin typeface="Inter"/>
                <a:ea typeface="Inter"/>
                <a:cs typeface="Inter"/>
              </a:defRPr>
            </a:lvl1pPr>
            <a:lvl2pPr>
              <a:defRPr sz="2175" b="0">
                <a:solidFill>
                  <a:srgbClr val="1D2026"/>
                </a:solidFill>
                <a:latin typeface="Inter"/>
                <a:ea typeface="Inter"/>
                <a:cs typeface="Inter"/>
              </a:defRPr>
            </a:lvl2pPr>
            <a:lvl3pPr>
              <a:defRPr sz="2175" b="0">
                <a:solidFill>
                  <a:srgbClr val="1D2026"/>
                </a:solidFill>
                <a:latin typeface="Inter"/>
                <a:ea typeface="Inter"/>
                <a:cs typeface="Inter"/>
              </a:defRPr>
            </a:lvl3pPr>
            <a:lvl4pPr>
              <a:defRPr sz="2175" b="0">
                <a:solidFill>
                  <a:srgbClr val="1D2026"/>
                </a:solidFill>
                <a:latin typeface="Inter"/>
                <a:ea typeface="Inter"/>
                <a:cs typeface="Inter"/>
              </a:defRPr>
            </a:lvl4pPr>
            <a:lvl5pPr>
              <a:defRPr sz="2175" b="0">
                <a:solidFill>
                  <a:srgbClr val="1D2026"/>
                </a:solidFill>
                <a:latin typeface="Inter"/>
                <a:ea typeface="Inter"/>
                <a:cs typeface="Inter"/>
              </a:defRPr>
            </a:lvl5pPr>
            <a:lvl6pPr>
              <a:defRPr sz="2175" b="0">
                <a:solidFill>
                  <a:srgbClr val="1D2026"/>
                </a:solidFill>
                <a:latin typeface="Inter"/>
                <a:ea typeface="Inter"/>
                <a:cs typeface="Inter"/>
              </a:defRPr>
            </a:lvl6pPr>
            <a:lvl7pPr>
              <a:defRPr sz="2175" b="0">
                <a:solidFill>
                  <a:srgbClr val="1D2026"/>
                </a:solidFill>
                <a:latin typeface="Inter"/>
                <a:ea typeface="Inter"/>
                <a:cs typeface="Inter"/>
              </a:defRPr>
            </a:lvl7pPr>
            <a:lvl8pPr>
              <a:defRPr sz="2175" b="0">
                <a:solidFill>
                  <a:srgbClr val="1D2026"/>
                </a:solidFill>
                <a:latin typeface="Inter"/>
                <a:ea typeface="Inter"/>
                <a:cs typeface="Inter"/>
              </a:defRPr>
            </a:lvl8pPr>
            <a:lvl9pPr>
              <a:defRPr sz="2175" b="0">
                <a:solidFill>
                  <a:srgbClr val="1D2026"/>
                </a:solidFill>
                <a:latin typeface="Inter"/>
                <a:ea typeface="Inter"/>
                <a:cs typeface="Inter"/>
              </a:defRPr>
            </a:lvl9pPr>
          </a:lstStyle>
          <a:p xmlns:a="http://schemas.openxmlformats.org/drawingml/2006/main">
            <a:pPr>
              <a:defRPr sz="2175" b="0">
                <a:solidFill>
                  <a:srgbClr val="1D2026"/>
                </a:solidFill>
                <a:latin typeface="Inter"/>
                <a:ea typeface="Inter"/>
                <a:cs typeface="Inter"/>
              </a:defRPr>
            </a:pPr>
            <a:r>
              <a:rPr sz="2175" b="0">
                <a:solidFill>
                  <a:srgbClr val="1D2026"/>
                </a:solidFill>
                <a:latin typeface="Inter"/>
                <a:ea typeface="Inter"/>
                <a:cs typeface="Inter"/>
              </a:rPr>
              <a:t>сценарных проверок</a:t>
            </a:r>
          </a:p>
        </p:txBody>
      </p:sp>
      <p:sp>
        <p:nvSpPr>
          <p:cNvPr id="6" name="36 / 36">
            <a:extLst xmlns:a="http://schemas.openxmlformats.org/drawingml/2006/main">
              <a:ext uri="{FF2B5EF4-FFF2-40B4-BE49-F238E27FC236}">
                <a16:creationId xmlns:a16="http://schemas.microsoft.com/office/drawing/2014/main" id="{5448CC14-F8AE-4B51-AE98-5C5619725EFC}"/>
              </a:ext>
            </a:extLst>
          </p:cNvPr>
          <p:cNvSpPr>
            <a:spLocks xmlns:a="http://schemas.openxmlformats.org/drawingml/2006/main" noGrp="1"/>
          </p:cNvSpPr>
          <p:nvPr/>
        </p:nvSpPr>
        <p:spPr>
          <a:xfrm xmlns:a="http://schemas.openxmlformats.org/drawingml/2006/main">
            <a:off x="8258175" y="1676400"/>
            <a:ext cx="33051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625" b="1">
                <a:solidFill>
                  <a:srgbClr val="3155EB"/>
                </a:solidFill>
                <a:latin typeface="Inter"/>
                <a:ea typeface="Inter"/>
                <a:cs typeface="Inter"/>
              </a:defRPr>
            </a:defPPr>
            <a:lvl1pPr>
              <a:defRPr sz="5625" b="1">
                <a:solidFill>
                  <a:srgbClr val="3155EB"/>
                </a:solidFill>
                <a:latin typeface="Inter"/>
                <a:ea typeface="Inter"/>
                <a:cs typeface="Inter"/>
              </a:defRPr>
            </a:lvl1pPr>
            <a:lvl2pPr>
              <a:defRPr sz="5625" b="1">
                <a:solidFill>
                  <a:srgbClr val="3155EB"/>
                </a:solidFill>
                <a:latin typeface="Inter"/>
                <a:ea typeface="Inter"/>
                <a:cs typeface="Inter"/>
              </a:defRPr>
            </a:lvl2pPr>
            <a:lvl3pPr>
              <a:defRPr sz="5625" b="1">
                <a:solidFill>
                  <a:srgbClr val="3155EB"/>
                </a:solidFill>
                <a:latin typeface="Inter"/>
                <a:ea typeface="Inter"/>
                <a:cs typeface="Inter"/>
              </a:defRPr>
            </a:lvl3pPr>
            <a:lvl4pPr>
              <a:defRPr sz="5625" b="1">
                <a:solidFill>
                  <a:srgbClr val="3155EB"/>
                </a:solidFill>
                <a:latin typeface="Inter"/>
                <a:ea typeface="Inter"/>
                <a:cs typeface="Inter"/>
              </a:defRPr>
            </a:lvl4pPr>
            <a:lvl5pPr>
              <a:defRPr sz="5625" b="1">
                <a:solidFill>
                  <a:srgbClr val="3155EB"/>
                </a:solidFill>
                <a:latin typeface="Inter"/>
                <a:ea typeface="Inter"/>
                <a:cs typeface="Inter"/>
              </a:defRPr>
            </a:lvl5pPr>
            <a:lvl6pPr>
              <a:defRPr sz="5625" b="1">
                <a:solidFill>
                  <a:srgbClr val="3155EB"/>
                </a:solidFill>
                <a:latin typeface="Inter"/>
                <a:ea typeface="Inter"/>
                <a:cs typeface="Inter"/>
              </a:defRPr>
            </a:lvl6pPr>
            <a:lvl7pPr>
              <a:defRPr sz="5625" b="1">
                <a:solidFill>
                  <a:srgbClr val="3155EB"/>
                </a:solidFill>
                <a:latin typeface="Inter"/>
                <a:ea typeface="Inter"/>
                <a:cs typeface="Inter"/>
              </a:defRPr>
            </a:lvl7pPr>
            <a:lvl8pPr>
              <a:defRPr sz="5625" b="1">
                <a:solidFill>
                  <a:srgbClr val="3155EB"/>
                </a:solidFill>
                <a:latin typeface="Inter"/>
                <a:ea typeface="Inter"/>
                <a:cs typeface="Inter"/>
              </a:defRPr>
            </a:lvl8pPr>
            <a:lvl9pPr>
              <a:defRPr sz="5625" b="1">
                <a:solidFill>
                  <a:srgbClr val="3155EB"/>
                </a:solidFill>
                <a:latin typeface="Inter"/>
                <a:ea typeface="Inter"/>
                <a:cs typeface="Inter"/>
              </a:defRPr>
            </a:lvl9pPr>
          </a:lstStyle>
          <a:p xmlns:a="http://schemas.openxmlformats.org/drawingml/2006/main">
            <a:pPr>
              <a:defRPr sz="5625" b="1">
                <a:solidFill>
                  <a:srgbClr val="3155EB"/>
                </a:solidFill>
                <a:latin typeface="Inter"/>
                <a:ea typeface="Inter"/>
                <a:cs typeface="Inter"/>
              </a:defRPr>
            </a:pPr>
            <a:r>
              <a:rPr sz="5625" b="1">
                <a:solidFill>
                  <a:srgbClr val="3155EB"/>
                </a:solidFill>
                <a:latin typeface="Inter"/>
                <a:ea typeface="Inter"/>
                <a:cs typeface="Inter"/>
              </a:rPr>
              <a:t>36 / 36</a:t>
            </a:r>
          </a:p>
        </p:txBody>
      </p:sp>
      <p:sp>
        <p:nvSpPr>
          <p:cNvPr id="7" name="проверок диалога">
            <a:extLst xmlns:a="http://schemas.openxmlformats.org/drawingml/2006/main">
              <a:ext uri="{FF2B5EF4-FFF2-40B4-BE49-F238E27FC236}">
                <a16:creationId xmlns:a16="http://schemas.microsoft.com/office/drawing/2014/main" id="{8FD1A6C5-EAED-4A80-91C1-7175F17692D3}"/>
              </a:ext>
            </a:extLst>
          </p:cNvPr>
          <p:cNvSpPr>
            <a:spLocks xmlns:a="http://schemas.openxmlformats.org/drawingml/2006/main" noGrp="1"/>
          </p:cNvSpPr>
          <p:nvPr/>
        </p:nvSpPr>
        <p:spPr>
          <a:xfrm xmlns:a="http://schemas.openxmlformats.org/drawingml/2006/main">
            <a:off x="8305800" y="2924175"/>
            <a:ext cx="32480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026"/>
                </a:solidFill>
                <a:latin typeface="Inter"/>
                <a:ea typeface="Inter"/>
                <a:cs typeface="Inter"/>
              </a:defRPr>
            </a:defPPr>
            <a:lvl1pPr>
              <a:defRPr sz="2175" b="0">
                <a:solidFill>
                  <a:srgbClr val="1D2026"/>
                </a:solidFill>
                <a:latin typeface="Inter"/>
                <a:ea typeface="Inter"/>
                <a:cs typeface="Inter"/>
              </a:defRPr>
            </a:lvl1pPr>
            <a:lvl2pPr>
              <a:defRPr sz="2175" b="0">
                <a:solidFill>
                  <a:srgbClr val="1D2026"/>
                </a:solidFill>
                <a:latin typeface="Inter"/>
                <a:ea typeface="Inter"/>
                <a:cs typeface="Inter"/>
              </a:defRPr>
            </a:lvl2pPr>
            <a:lvl3pPr>
              <a:defRPr sz="2175" b="0">
                <a:solidFill>
                  <a:srgbClr val="1D2026"/>
                </a:solidFill>
                <a:latin typeface="Inter"/>
                <a:ea typeface="Inter"/>
                <a:cs typeface="Inter"/>
              </a:defRPr>
            </a:lvl3pPr>
            <a:lvl4pPr>
              <a:defRPr sz="2175" b="0">
                <a:solidFill>
                  <a:srgbClr val="1D2026"/>
                </a:solidFill>
                <a:latin typeface="Inter"/>
                <a:ea typeface="Inter"/>
                <a:cs typeface="Inter"/>
              </a:defRPr>
            </a:lvl4pPr>
            <a:lvl5pPr>
              <a:defRPr sz="2175" b="0">
                <a:solidFill>
                  <a:srgbClr val="1D2026"/>
                </a:solidFill>
                <a:latin typeface="Inter"/>
                <a:ea typeface="Inter"/>
                <a:cs typeface="Inter"/>
              </a:defRPr>
            </a:lvl5pPr>
            <a:lvl6pPr>
              <a:defRPr sz="2175" b="0">
                <a:solidFill>
                  <a:srgbClr val="1D2026"/>
                </a:solidFill>
                <a:latin typeface="Inter"/>
                <a:ea typeface="Inter"/>
                <a:cs typeface="Inter"/>
              </a:defRPr>
            </a:lvl6pPr>
            <a:lvl7pPr>
              <a:defRPr sz="2175" b="0">
                <a:solidFill>
                  <a:srgbClr val="1D2026"/>
                </a:solidFill>
                <a:latin typeface="Inter"/>
                <a:ea typeface="Inter"/>
                <a:cs typeface="Inter"/>
              </a:defRPr>
            </a:lvl7pPr>
            <a:lvl8pPr>
              <a:defRPr sz="2175" b="0">
                <a:solidFill>
                  <a:srgbClr val="1D2026"/>
                </a:solidFill>
                <a:latin typeface="Inter"/>
                <a:ea typeface="Inter"/>
                <a:cs typeface="Inter"/>
              </a:defRPr>
            </a:lvl8pPr>
            <a:lvl9pPr>
              <a:defRPr sz="2175" b="0">
                <a:solidFill>
                  <a:srgbClr val="1D2026"/>
                </a:solidFill>
                <a:latin typeface="Inter"/>
                <a:ea typeface="Inter"/>
                <a:cs typeface="Inter"/>
              </a:defRPr>
            </a:lvl9pPr>
          </a:lstStyle>
          <a:p xmlns:a="http://schemas.openxmlformats.org/drawingml/2006/main">
            <a:pPr>
              <a:defRPr sz="2175" b="0">
                <a:solidFill>
                  <a:srgbClr val="1D2026"/>
                </a:solidFill>
                <a:latin typeface="Inter"/>
                <a:ea typeface="Inter"/>
                <a:cs typeface="Inter"/>
              </a:defRPr>
            </a:pPr>
            <a:r>
              <a:rPr sz="2175" b="0">
                <a:solidFill>
                  <a:srgbClr val="1D2026"/>
                </a:solidFill>
                <a:latin typeface="Inter"/>
                <a:ea typeface="Inter"/>
                <a:cs typeface="Inter"/>
              </a:rPr>
              <a:t>проверок диалога</a:t>
            </a:r>
          </a:p>
        </p:txBody>
      </p:sp>
      <p:sp>
        <p:nvSpPr>
          <p:cNvPr id="8" name="Часы не гарантируют вход&#10;Доступность улиц не проверена">
            <a:extLst xmlns:a="http://schemas.openxmlformats.org/drawingml/2006/main">
              <a:ext uri="{FF2B5EF4-FFF2-40B4-BE49-F238E27FC236}">
                <a16:creationId xmlns:a16="http://schemas.microsoft.com/office/drawing/2014/main" id="{6B764148-981D-4773-9F57-61BDDBB865A6}"/>
              </a:ext>
            </a:extLst>
          </p:cNvPr>
          <p:cNvSpPr>
            <a:spLocks xmlns:a="http://schemas.openxmlformats.org/drawingml/2006/main" noGrp="1"/>
          </p:cNvSpPr>
          <p:nvPr/>
        </p:nvSpPr>
        <p:spPr>
          <a:xfrm xmlns:a="http://schemas.openxmlformats.org/drawingml/2006/main">
            <a:off x="657225" y="4124325"/>
            <a:ext cx="52768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606975"/>
                </a:solidFill>
                <a:latin typeface="Inter"/>
                <a:ea typeface="Inter"/>
                <a:cs typeface="Inter"/>
              </a:defRPr>
            </a:defPPr>
            <a:lvl1pPr>
              <a:defRPr sz="2250" b="0">
                <a:solidFill>
                  <a:srgbClr val="606975"/>
                </a:solidFill>
                <a:latin typeface="Inter"/>
                <a:ea typeface="Inter"/>
                <a:cs typeface="Inter"/>
              </a:defRPr>
            </a:lvl1pPr>
            <a:lvl2pPr>
              <a:defRPr sz="2250" b="0">
                <a:solidFill>
                  <a:srgbClr val="606975"/>
                </a:solidFill>
                <a:latin typeface="Inter"/>
                <a:ea typeface="Inter"/>
                <a:cs typeface="Inter"/>
              </a:defRPr>
            </a:lvl2pPr>
            <a:lvl3pPr>
              <a:defRPr sz="2250" b="0">
                <a:solidFill>
                  <a:srgbClr val="606975"/>
                </a:solidFill>
                <a:latin typeface="Inter"/>
                <a:ea typeface="Inter"/>
                <a:cs typeface="Inter"/>
              </a:defRPr>
            </a:lvl3pPr>
            <a:lvl4pPr>
              <a:defRPr sz="2250" b="0">
                <a:solidFill>
                  <a:srgbClr val="606975"/>
                </a:solidFill>
                <a:latin typeface="Inter"/>
                <a:ea typeface="Inter"/>
                <a:cs typeface="Inter"/>
              </a:defRPr>
            </a:lvl4pPr>
            <a:lvl5pPr>
              <a:defRPr sz="2250" b="0">
                <a:solidFill>
                  <a:srgbClr val="606975"/>
                </a:solidFill>
                <a:latin typeface="Inter"/>
                <a:ea typeface="Inter"/>
                <a:cs typeface="Inter"/>
              </a:defRPr>
            </a:lvl5pPr>
            <a:lvl6pPr>
              <a:defRPr sz="2250" b="0">
                <a:solidFill>
                  <a:srgbClr val="606975"/>
                </a:solidFill>
                <a:latin typeface="Inter"/>
                <a:ea typeface="Inter"/>
                <a:cs typeface="Inter"/>
              </a:defRPr>
            </a:lvl6pPr>
            <a:lvl7pPr>
              <a:defRPr sz="2250" b="0">
                <a:solidFill>
                  <a:srgbClr val="606975"/>
                </a:solidFill>
                <a:latin typeface="Inter"/>
                <a:ea typeface="Inter"/>
                <a:cs typeface="Inter"/>
              </a:defRPr>
            </a:lvl7pPr>
            <a:lvl8pPr>
              <a:defRPr sz="2250" b="0">
                <a:solidFill>
                  <a:srgbClr val="606975"/>
                </a:solidFill>
                <a:latin typeface="Inter"/>
                <a:ea typeface="Inter"/>
                <a:cs typeface="Inter"/>
              </a:defRPr>
            </a:lvl8pPr>
            <a:lvl9pPr>
              <a:defRPr sz="2250" b="0">
                <a:solidFill>
                  <a:srgbClr val="606975"/>
                </a:solidFill>
                <a:latin typeface="Inter"/>
                <a:ea typeface="Inter"/>
                <a:cs typeface="Inter"/>
              </a:defRPr>
            </a:lvl9pPr>
          </a:lstStyle>
          <a:p xmlns:a="http://schemas.openxmlformats.org/drawingml/2006/main">
            <a:pPr>
              <a:defRPr sz="2250" b="0">
                <a:solidFill>
                  <a:srgbClr val="606975"/>
                </a:solidFill>
                <a:latin typeface="Inter"/>
                <a:ea typeface="Inter"/>
                <a:cs typeface="Inter"/>
              </a:defRPr>
            </a:pPr>
            <a:r>
              <a:rPr sz="2250" b="0">
                <a:solidFill>
                  <a:srgbClr val="606975"/>
                </a:solidFill>
                <a:latin typeface="Inter"/>
                <a:ea typeface="Inter"/>
                <a:cs typeface="Inter"/>
              </a:rPr>
              <a:t>Часы не гарантируют вход</a:t>
            </a:r>
          </a:p>
          <a:p xmlns:a="http://schemas.openxmlformats.org/drawingml/2006/main">
            <a:pPr>
              <a:defRPr sz="2250" b="0">
                <a:solidFill>
                  <a:srgbClr val="606975"/>
                </a:solidFill>
                <a:latin typeface="Inter"/>
                <a:ea typeface="Inter"/>
                <a:cs typeface="Inter"/>
              </a:defRPr>
            </a:pPr>
            <a:r>
              <a:rPr sz="2250" b="0">
                <a:solidFill>
                  <a:srgbClr val="606975"/>
                </a:solidFill>
                <a:latin typeface="Inter"/>
                <a:ea typeface="Inter"/>
                <a:cs typeface="Inter"/>
              </a:rPr>
              <a:t>Доступность улиц не проверена</a:t>
            </a:r>
          </a:p>
        </p:txBody>
      </p:sp>
      <p:sp>
        <p:nvSpPr>
          <p:cNvPr id="9" name="Календарь одного оператора&#10;Телефонный звонок не проверен">
            <a:extLst xmlns:a="http://schemas.openxmlformats.org/drawingml/2006/main">
              <a:ext uri="{FF2B5EF4-FFF2-40B4-BE49-F238E27FC236}">
                <a16:creationId xmlns:a16="http://schemas.microsoft.com/office/drawing/2014/main" id="{BD0CB210-6A80-42C2-B130-DB610220321B}"/>
              </a:ext>
            </a:extLst>
          </p:cNvPr>
          <p:cNvSpPr>
            <a:spLocks xmlns:a="http://schemas.openxmlformats.org/drawingml/2006/main" noGrp="1"/>
          </p:cNvSpPr>
          <p:nvPr/>
        </p:nvSpPr>
        <p:spPr>
          <a:xfrm xmlns:a="http://schemas.openxmlformats.org/drawingml/2006/main">
            <a:off x="6505575" y="4124325"/>
            <a:ext cx="50768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606975"/>
                </a:solidFill>
                <a:latin typeface="Inter"/>
                <a:ea typeface="Inter"/>
                <a:cs typeface="Inter"/>
              </a:defRPr>
            </a:defPPr>
            <a:lvl1pPr>
              <a:defRPr sz="2250" b="0">
                <a:solidFill>
                  <a:srgbClr val="606975"/>
                </a:solidFill>
                <a:latin typeface="Inter"/>
                <a:ea typeface="Inter"/>
                <a:cs typeface="Inter"/>
              </a:defRPr>
            </a:lvl1pPr>
            <a:lvl2pPr>
              <a:defRPr sz="2250" b="0">
                <a:solidFill>
                  <a:srgbClr val="606975"/>
                </a:solidFill>
                <a:latin typeface="Inter"/>
                <a:ea typeface="Inter"/>
                <a:cs typeface="Inter"/>
              </a:defRPr>
            </a:lvl2pPr>
            <a:lvl3pPr>
              <a:defRPr sz="2250" b="0">
                <a:solidFill>
                  <a:srgbClr val="606975"/>
                </a:solidFill>
                <a:latin typeface="Inter"/>
                <a:ea typeface="Inter"/>
                <a:cs typeface="Inter"/>
              </a:defRPr>
            </a:lvl3pPr>
            <a:lvl4pPr>
              <a:defRPr sz="2250" b="0">
                <a:solidFill>
                  <a:srgbClr val="606975"/>
                </a:solidFill>
                <a:latin typeface="Inter"/>
                <a:ea typeface="Inter"/>
                <a:cs typeface="Inter"/>
              </a:defRPr>
            </a:lvl4pPr>
            <a:lvl5pPr>
              <a:defRPr sz="2250" b="0">
                <a:solidFill>
                  <a:srgbClr val="606975"/>
                </a:solidFill>
                <a:latin typeface="Inter"/>
                <a:ea typeface="Inter"/>
                <a:cs typeface="Inter"/>
              </a:defRPr>
            </a:lvl5pPr>
            <a:lvl6pPr>
              <a:defRPr sz="2250" b="0">
                <a:solidFill>
                  <a:srgbClr val="606975"/>
                </a:solidFill>
                <a:latin typeface="Inter"/>
                <a:ea typeface="Inter"/>
                <a:cs typeface="Inter"/>
              </a:defRPr>
            </a:lvl6pPr>
            <a:lvl7pPr>
              <a:defRPr sz="2250" b="0">
                <a:solidFill>
                  <a:srgbClr val="606975"/>
                </a:solidFill>
                <a:latin typeface="Inter"/>
                <a:ea typeface="Inter"/>
                <a:cs typeface="Inter"/>
              </a:defRPr>
            </a:lvl7pPr>
            <a:lvl8pPr>
              <a:defRPr sz="2250" b="0">
                <a:solidFill>
                  <a:srgbClr val="606975"/>
                </a:solidFill>
                <a:latin typeface="Inter"/>
                <a:ea typeface="Inter"/>
                <a:cs typeface="Inter"/>
              </a:defRPr>
            </a:lvl8pPr>
            <a:lvl9pPr>
              <a:defRPr sz="2250" b="0">
                <a:solidFill>
                  <a:srgbClr val="606975"/>
                </a:solidFill>
                <a:latin typeface="Inter"/>
                <a:ea typeface="Inter"/>
                <a:cs typeface="Inter"/>
              </a:defRPr>
            </a:lvl9pPr>
          </a:lstStyle>
          <a:p xmlns:a="http://schemas.openxmlformats.org/drawingml/2006/main">
            <a:pPr>
              <a:defRPr sz="2250" b="0">
                <a:solidFill>
                  <a:srgbClr val="606975"/>
                </a:solidFill>
                <a:latin typeface="Inter"/>
                <a:ea typeface="Inter"/>
                <a:cs typeface="Inter"/>
              </a:defRPr>
            </a:pPr>
            <a:r>
              <a:rPr sz="2250" b="0">
                <a:solidFill>
                  <a:srgbClr val="606975"/>
                </a:solidFill>
                <a:latin typeface="Inter"/>
                <a:ea typeface="Inter"/>
                <a:cs typeface="Inter"/>
              </a:rPr>
              <a:t>Календарь одного оператора</a:t>
            </a:r>
          </a:p>
          <a:p xmlns:a="http://schemas.openxmlformats.org/drawingml/2006/main">
            <a:pPr>
              <a:defRPr sz="2250" b="0">
                <a:solidFill>
                  <a:srgbClr val="606975"/>
                </a:solidFill>
                <a:latin typeface="Inter"/>
                <a:ea typeface="Inter"/>
                <a:cs typeface="Inter"/>
              </a:defRPr>
            </a:pPr>
            <a:r>
              <a:rPr sz="2250" b="0">
                <a:solidFill>
                  <a:srgbClr val="606975"/>
                </a:solidFill>
                <a:latin typeface="Inter"/>
                <a:ea typeface="Inter"/>
                <a:cs typeface="Inter"/>
              </a:rPr>
              <a:t>Телефонный звонок не проверен</a:t>
            </a:r>
          </a:p>
        </p:txBody>
      </p:sp>
    </p:spTree>
    <p:extLst>
      <p:ext uri="{BB962C8B-B14F-4D97-AF65-F5344CB8AC3E}">
        <p14:creationId xmlns:p14="http://schemas.microsoft.com/office/powerpoint/2010/main" val="2039374658"/>
      </p:ext>
    </p:extLst>
  </p:cSld>
</p:sld>
</file>

<file path=ppt/slides/slide12.xml><?xml version="1.0" encoding="utf-8"?>
<p:sld xmlns:p="http://schemas.openxmlformats.org/presentationml/2006/main">
  <p:cSld>
    <p:bg>
      <p:bgPr>
        <a:solidFill xmlns:a="http://schemas.openxmlformats.org/drawingml/2006/main">
          <a:srgbClr val="1D2026"/>
        </a:solidFill>
      </p:bgPr>
    </p:bg>
    <p:spTree>
      <p:nvGrpSpPr>
        <p:cNvPr id="1" name=""/>
        <p:cNvGrpSpPr/>
        <p:nvPr/>
      </p:nvGrpSpPr>
      <p:grpSpPr>
        <a:xfrm xmlns:a="http://schemas.openxmlformats.org/drawingml/2006/main"/>
      </p:grpSpPr>
      <p:sp>
        <p:nvSpPr>
          <p:cNvPr id="6" name="План пилота">
            <a:extLst xmlns:a="http://schemas.openxmlformats.org/drawingml/2006/main">
              <a:ext uri="{FF2B5EF4-FFF2-40B4-BE49-F238E27FC236}">
                <a16:creationId xmlns:a16="http://schemas.microsoft.com/office/drawing/2014/main" id="{707D86E1-0C40-4B90-94A4-FC4C97B5D0A6}"/>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FFFFF"/>
                </a:solidFill>
                <a:latin typeface="Inter"/>
                <a:ea typeface="Inter"/>
                <a:cs typeface="Inter"/>
              </a:defRPr>
            </a:defPPr>
            <a:lvl1pPr>
              <a:defRPr sz="3600" b="1">
                <a:solidFill>
                  <a:srgbClr val="FFFFFF"/>
                </a:solidFill>
                <a:latin typeface="Inter"/>
                <a:ea typeface="Inter"/>
                <a:cs typeface="Inter"/>
              </a:defRPr>
            </a:lvl1pPr>
            <a:lvl2pPr>
              <a:defRPr sz="3600" b="1">
                <a:solidFill>
                  <a:srgbClr val="FFFFFF"/>
                </a:solidFill>
                <a:latin typeface="Inter"/>
                <a:ea typeface="Inter"/>
                <a:cs typeface="Inter"/>
              </a:defRPr>
            </a:lvl2pPr>
            <a:lvl3pPr>
              <a:defRPr sz="3600" b="1">
                <a:solidFill>
                  <a:srgbClr val="FFFFFF"/>
                </a:solidFill>
                <a:latin typeface="Inter"/>
                <a:ea typeface="Inter"/>
                <a:cs typeface="Inter"/>
              </a:defRPr>
            </a:lvl3pPr>
            <a:lvl4pPr>
              <a:defRPr sz="3600" b="1">
                <a:solidFill>
                  <a:srgbClr val="FFFFFF"/>
                </a:solidFill>
                <a:latin typeface="Inter"/>
                <a:ea typeface="Inter"/>
                <a:cs typeface="Inter"/>
              </a:defRPr>
            </a:lvl4pPr>
            <a:lvl5pPr>
              <a:defRPr sz="3600" b="1">
                <a:solidFill>
                  <a:srgbClr val="FFFFFF"/>
                </a:solidFill>
                <a:latin typeface="Inter"/>
                <a:ea typeface="Inter"/>
                <a:cs typeface="Inter"/>
              </a:defRPr>
            </a:lvl5pPr>
            <a:lvl6pPr>
              <a:defRPr sz="3600" b="1">
                <a:solidFill>
                  <a:srgbClr val="FFFFFF"/>
                </a:solidFill>
                <a:latin typeface="Inter"/>
                <a:ea typeface="Inter"/>
                <a:cs typeface="Inter"/>
              </a:defRPr>
            </a:lvl6pPr>
            <a:lvl7pPr>
              <a:defRPr sz="3600" b="1">
                <a:solidFill>
                  <a:srgbClr val="FFFFFF"/>
                </a:solidFill>
                <a:latin typeface="Inter"/>
                <a:ea typeface="Inter"/>
                <a:cs typeface="Inter"/>
              </a:defRPr>
            </a:lvl7pPr>
            <a:lvl8pPr>
              <a:defRPr sz="3600" b="1">
                <a:solidFill>
                  <a:srgbClr val="FFFFFF"/>
                </a:solidFill>
                <a:latin typeface="Inter"/>
                <a:ea typeface="Inter"/>
                <a:cs typeface="Inter"/>
              </a:defRPr>
            </a:lvl8pPr>
            <a:lvl9pPr>
              <a:defRPr sz="3600" b="1">
                <a:solidFill>
                  <a:srgbClr val="FFFFFF"/>
                </a:solidFill>
                <a:latin typeface="Inter"/>
                <a:ea typeface="Inter"/>
                <a:cs typeface="Inter"/>
              </a:defRPr>
            </a:lvl9pPr>
          </a:lstStyle>
          <a:p xmlns:a="http://schemas.openxmlformats.org/drawingml/2006/main">
            <a:pPr>
              <a:defRPr sz="3600" b="1">
                <a:solidFill>
                  <a:srgbClr val="FFFFFF"/>
                </a:solidFill>
                <a:latin typeface="Inter"/>
                <a:ea typeface="Inter"/>
                <a:cs typeface="Inter"/>
              </a:defRPr>
            </a:pPr>
            <a:r>
              <a:rPr sz="3600" b="1">
                <a:solidFill>
                  <a:srgbClr val="FFFFFF"/>
                </a:solidFill>
                <a:latin typeface="Inter"/>
                <a:ea typeface="Inter"/>
                <a:cs typeface="Inter"/>
              </a:rPr>
              <a:t>План пилота</a:t>
            </a:r>
          </a:p>
        </p:txBody>
      </p:sp>
      <p:sp>
        <p:nvSpPr>
          <p:cNvPr id="2" name="Пилот с отелем&#10;или городским сервисом">
            <a:extLst xmlns:a="http://schemas.openxmlformats.org/drawingml/2006/main">
              <a:ext uri="{FF2B5EF4-FFF2-40B4-BE49-F238E27FC236}">
                <a16:creationId xmlns:a16="http://schemas.microsoft.com/office/drawing/2014/main" id="{DD20E1C2-AC74-4F1D-8804-41E17315963E}"/>
              </a:ext>
            </a:extLst>
          </p:cNvPr>
          <p:cNvSpPr>
            <a:spLocks xmlns:a="http://schemas.openxmlformats.org/drawingml/2006/main" noGrp="1"/>
          </p:cNvSpPr>
          <p:nvPr/>
        </p:nvSpPr>
        <p:spPr>
          <a:xfrm xmlns:a="http://schemas.openxmlformats.org/drawingml/2006/main">
            <a:off x="609600" y="1714500"/>
            <a:ext cx="10477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FFFFFF"/>
                </a:solidFill>
                <a:latin typeface="Inter"/>
                <a:ea typeface="Inter"/>
                <a:cs typeface="Inter"/>
              </a:defRPr>
            </a:defPPr>
            <a:lvl1pPr>
              <a:defRPr sz="4275" b="1">
                <a:solidFill>
                  <a:srgbClr val="FFFFFF"/>
                </a:solidFill>
                <a:latin typeface="Inter"/>
                <a:ea typeface="Inter"/>
                <a:cs typeface="Inter"/>
              </a:defRPr>
            </a:lvl1pPr>
            <a:lvl2pPr>
              <a:defRPr sz="4275" b="1">
                <a:solidFill>
                  <a:srgbClr val="FFFFFF"/>
                </a:solidFill>
                <a:latin typeface="Inter"/>
                <a:ea typeface="Inter"/>
                <a:cs typeface="Inter"/>
              </a:defRPr>
            </a:lvl2pPr>
            <a:lvl3pPr>
              <a:defRPr sz="4275" b="1">
                <a:solidFill>
                  <a:srgbClr val="FFFFFF"/>
                </a:solidFill>
                <a:latin typeface="Inter"/>
                <a:ea typeface="Inter"/>
                <a:cs typeface="Inter"/>
              </a:defRPr>
            </a:lvl3pPr>
            <a:lvl4pPr>
              <a:defRPr sz="4275" b="1">
                <a:solidFill>
                  <a:srgbClr val="FFFFFF"/>
                </a:solidFill>
                <a:latin typeface="Inter"/>
                <a:ea typeface="Inter"/>
                <a:cs typeface="Inter"/>
              </a:defRPr>
            </a:lvl4pPr>
            <a:lvl5pPr>
              <a:defRPr sz="4275" b="1">
                <a:solidFill>
                  <a:srgbClr val="FFFFFF"/>
                </a:solidFill>
                <a:latin typeface="Inter"/>
                <a:ea typeface="Inter"/>
                <a:cs typeface="Inter"/>
              </a:defRPr>
            </a:lvl5pPr>
            <a:lvl6pPr>
              <a:defRPr sz="4275" b="1">
                <a:solidFill>
                  <a:srgbClr val="FFFFFF"/>
                </a:solidFill>
                <a:latin typeface="Inter"/>
                <a:ea typeface="Inter"/>
                <a:cs typeface="Inter"/>
              </a:defRPr>
            </a:lvl6pPr>
            <a:lvl7pPr>
              <a:defRPr sz="4275" b="1">
                <a:solidFill>
                  <a:srgbClr val="FFFFFF"/>
                </a:solidFill>
                <a:latin typeface="Inter"/>
                <a:ea typeface="Inter"/>
                <a:cs typeface="Inter"/>
              </a:defRPr>
            </a:lvl7pPr>
            <a:lvl8pPr>
              <a:defRPr sz="4275" b="1">
                <a:solidFill>
                  <a:srgbClr val="FFFFFF"/>
                </a:solidFill>
                <a:latin typeface="Inter"/>
                <a:ea typeface="Inter"/>
                <a:cs typeface="Inter"/>
              </a:defRPr>
            </a:lvl8pPr>
            <a:lvl9pPr>
              <a:defRPr sz="4275" b="1">
                <a:solidFill>
                  <a:srgbClr val="FFFFFF"/>
                </a:solidFill>
                <a:latin typeface="Inter"/>
                <a:ea typeface="Inter"/>
                <a:cs typeface="Inter"/>
              </a:defRPr>
            </a:lvl9pPr>
          </a:lstStyle>
          <a:p xmlns:a="http://schemas.openxmlformats.org/drawingml/2006/main">
            <a:pPr>
              <a:defRPr sz="4275" b="1">
                <a:solidFill>
                  <a:srgbClr val="FFFFFF"/>
                </a:solidFill>
                <a:latin typeface="Inter"/>
                <a:ea typeface="Inter"/>
                <a:cs typeface="Inter"/>
              </a:defRPr>
            </a:pPr>
            <a:r>
              <a:rPr sz="4275" b="1">
                <a:solidFill>
                  <a:srgbClr val="FFFFFF"/>
                </a:solidFill>
                <a:latin typeface="Inter"/>
                <a:ea typeface="Inter"/>
                <a:cs typeface="Inter"/>
              </a:rPr>
              <a:t>Пилот с отелем</a:t>
            </a:r>
          </a:p>
          <a:p xmlns:a="http://schemas.openxmlformats.org/drawingml/2006/main">
            <a:pPr>
              <a:defRPr sz="4275" b="1">
                <a:solidFill>
                  <a:srgbClr val="FFFFFF"/>
                </a:solidFill>
                <a:latin typeface="Inter"/>
                <a:ea typeface="Inter"/>
                <a:cs typeface="Inter"/>
              </a:defRPr>
            </a:pPr>
            <a:r>
              <a:rPr sz="4275" b="1">
                <a:solidFill>
                  <a:srgbClr val="FFFFFF"/>
                </a:solidFill>
                <a:latin typeface="Inter"/>
                <a:ea typeface="Inter"/>
                <a:cs typeface="Inter"/>
              </a:rPr>
              <a:t>или городским сервисом</a:t>
            </a:r>
          </a:p>
        </p:txBody>
      </p:sp>
      <p:sp>
        <p:nvSpPr>
          <p:cNvPr id="3" name="Пользовательская ценность">
            <a:extLst xmlns:a="http://schemas.openxmlformats.org/drawingml/2006/main">
              <a:ext uri="{FF2B5EF4-FFF2-40B4-BE49-F238E27FC236}">
                <a16:creationId xmlns:a16="http://schemas.microsoft.com/office/drawing/2014/main" id="{46B359DA-1A84-404C-AF59-1DBDBBD39CE2}"/>
              </a:ext>
            </a:extLst>
          </p:cNvPr>
          <p:cNvSpPr>
            <a:spLocks xmlns:a="http://schemas.openxmlformats.org/drawingml/2006/main" noGrp="1"/>
          </p:cNvSpPr>
          <p:nvPr/>
        </p:nvSpPr>
        <p:spPr>
          <a:xfrm xmlns:a="http://schemas.openxmlformats.org/drawingml/2006/main">
            <a:off x="657225" y="3829050"/>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Inter"/>
                <a:ea typeface="Inter"/>
                <a:cs typeface="Inter"/>
              </a:defRPr>
            </a:defPPr>
            <a:lvl1pPr>
              <a:defRPr sz="2175" b="1">
                <a:solidFill>
                  <a:srgbClr val="FFFFFF"/>
                </a:solidFill>
                <a:latin typeface="Inter"/>
                <a:ea typeface="Inter"/>
                <a:cs typeface="Inter"/>
              </a:defRPr>
            </a:lvl1pPr>
            <a:lvl2pPr>
              <a:defRPr sz="2175" b="1">
                <a:solidFill>
                  <a:srgbClr val="FFFFFF"/>
                </a:solidFill>
                <a:latin typeface="Inter"/>
                <a:ea typeface="Inter"/>
                <a:cs typeface="Inter"/>
              </a:defRPr>
            </a:lvl2pPr>
            <a:lvl3pPr>
              <a:defRPr sz="2175" b="1">
                <a:solidFill>
                  <a:srgbClr val="FFFFFF"/>
                </a:solidFill>
                <a:latin typeface="Inter"/>
                <a:ea typeface="Inter"/>
                <a:cs typeface="Inter"/>
              </a:defRPr>
            </a:lvl3pPr>
            <a:lvl4pPr>
              <a:defRPr sz="2175" b="1">
                <a:solidFill>
                  <a:srgbClr val="FFFFFF"/>
                </a:solidFill>
                <a:latin typeface="Inter"/>
                <a:ea typeface="Inter"/>
                <a:cs typeface="Inter"/>
              </a:defRPr>
            </a:lvl4pPr>
            <a:lvl5pPr>
              <a:defRPr sz="2175" b="1">
                <a:solidFill>
                  <a:srgbClr val="FFFFFF"/>
                </a:solidFill>
                <a:latin typeface="Inter"/>
                <a:ea typeface="Inter"/>
                <a:cs typeface="Inter"/>
              </a:defRPr>
            </a:lvl5pPr>
            <a:lvl6pPr>
              <a:defRPr sz="2175" b="1">
                <a:solidFill>
                  <a:srgbClr val="FFFFFF"/>
                </a:solidFill>
                <a:latin typeface="Inter"/>
                <a:ea typeface="Inter"/>
                <a:cs typeface="Inter"/>
              </a:defRPr>
            </a:lvl6pPr>
            <a:lvl7pPr>
              <a:defRPr sz="2175" b="1">
                <a:solidFill>
                  <a:srgbClr val="FFFFFF"/>
                </a:solidFill>
                <a:latin typeface="Inter"/>
                <a:ea typeface="Inter"/>
                <a:cs typeface="Inter"/>
              </a:defRPr>
            </a:lvl7pPr>
            <a:lvl8pPr>
              <a:defRPr sz="2175" b="1">
                <a:solidFill>
                  <a:srgbClr val="FFFFFF"/>
                </a:solidFill>
                <a:latin typeface="Inter"/>
                <a:ea typeface="Inter"/>
                <a:cs typeface="Inter"/>
              </a:defRPr>
            </a:lvl8pPr>
            <a:lvl9pPr>
              <a:defRPr sz="2175" b="1">
                <a:solidFill>
                  <a:srgbClr val="FFFFFF"/>
                </a:solidFill>
                <a:latin typeface="Inter"/>
                <a:ea typeface="Inter"/>
                <a:cs typeface="Inter"/>
              </a:defRPr>
            </a:lvl9pPr>
          </a:lstStyle>
          <a:p xmlns:a="http://schemas.openxmlformats.org/drawingml/2006/main">
            <a:pPr>
              <a:defRPr sz="2175" b="1">
                <a:solidFill>
                  <a:srgbClr val="FFFFFF"/>
                </a:solidFill>
                <a:latin typeface="Inter"/>
                <a:ea typeface="Inter"/>
                <a:cs typeface="Inter"/>
              </a:defRPr>
            </a:pPr>
            <a:r>
              <a:rPr sz="2175" b="1">
                <a:solidFill>
                  <a:srgbClr val="FFFFFF"/>
                </a:solidFill>
                <a:latin typeface="Inter"/>
                <a:ea typeface="Inter"/>
                <a:cs typeface="Inter"/>
              </a:rPr>
              <a:t>Пользовательская ценность</a:t>
            </a:r>
          </a:p>
        </p:txBody>
      </p:sp>
      <p:sp>
        <p:nvSpPr>
          <p:cNvPr id="4" name="Выбор остановки · начало маршрута&#10;Оценка полезности · повтор">
            <a:extLst xmlns:a="http://schemas.openxmlformats.org/drawingml/2006/main">
              <a:ext uri="{FF2B5EF4-FFF2-40B4-BE49-F238E27FC236}">
                <a16:creationId xmlns:a16="http://schemas.microsoft.com/office/drawing/2014/main" id="{CD717312-D8D2-4CD9-9498-8BE6D34CD3B8}"/>
              </a:ext>
            </a:extLst>
          </p:cNvPr>
          <p:cNvSpPr>
            <a:spLocks xmlns:a="http://schemas.openxmlformats.org/drawingml/2006/main" noGrp="1"/>
          </p:cNvSpPr>
          <p:nvPr/>
        </p:nvSpPr>
        <p:spPr>
          <a:xfrm xmlns:a="http://schemas.openxmlformats.org/drawingml/2006/main">
            <a:off x="657225" y="4295775"/>
            <a:ext cx="10620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CDD2DD"/>
                </a:solidFill>
                <a:latin typeface="Inter"/>
                <a:ea typeface="Inter"/>
                <a:cs typeface="Inter"/>
              </a:defRPr>
            </a:defPPr>
            <a:lvl1pPr>
              <a:defRPr sz="2025" b="0">
                <a:solidFill>
                  <a:srgbClr val="CDD2DD"/>
                </a:solidFill>
                <a:latin typeface="Inter"/>
                <a:ea typeface="Inter"/>
                <a:cs typeface="Inter"/>
              </a:defRPr>
            </a:lvl1pPr>
            <a:lvl2pPr>
              <a:defRPr sz="2025" b="0">
                <a:solidFill>
                  <a:srgbClr val="CDD2DD"/>
                </a:solidFill>
                <a:latin typeface="Inter"/>
                <a:ea typeface="Inter"/>
                <a:cs typeface="Inter"/>
              </a:defRPr>
            </a:lvl2pPr>
            <a:lvl3pPr>
              <a:defRPr sz="2025" b="0">
                <a:solidFill>
                  <a:srgbClr val="CDD2DD"/>
                </a:solidFill>
                <a:latin typeface="Inter"/>
                <a:ea typeface="Inter"/>
                <a:cs typeface="Inter"/>
              </a:defRPr>
            </a:lvl3pPr>
            <a:lvl4pPr>
              <a:defRPr sz="2025" b="0">
                <a:solidFill>
                  <a:srgbClr val="CDD2DD"/>
                </a:solidFill>
                <a:latin typeface="Inter"/>
                <a:ea typeface="Inter"/>
                <a:cs typeface="Inter"/>
              </a:defRPr>
            </a:lvl4pPr>
            <a:lvl5pPr>
              <a:defRPr sz="2025" b="0">
                <a:solidFill>
                  <a:srgbClr val="CDD2DD"/>
                </a:solidFill>
                <a:latin typeface="Inter"/>
                <a:ea typeface="Inter"/>
                <a:cs typeface="Inter"/>
              </a:defRPr>
            </a:lvl5pPr>
            <a:lvl6pPr>
              <a:defRPr sz="2025" b="0">
                <a:solidFill>
                  <a:srgbClr val="CDD2DD"/>
                </a:solidFill>
                <a:latin typeface="Inter"/>
                <a:ea typeface="Inter"/>
                <a:cs typeface="Inter"/>
              </a:defRPr>
            </a:lvl6pPr>
            <a:lvl7pPr>
              <a:defRPr sz="2025" b="0">
                <a:solidFill>
                  <a:srgbClr val="CDD2DD"/>
                </a:solidFill>
                <a:latin typeface="Inter"/>
                <a:ea typeface="Inter"/>
                <a:cs typeface="Inter"/>
              </a:defRPr>
            </a:lvl7pPr>
            <a:lvl8pPr>
              <a:defRPr sz="2025" b="0">
                <a:solidFill>
                  <a:srgbClr val="CDD2DD"/>
                </a:solidFill>
                <a:latin typeface="Inter"/>
                <a:ea typeface="Inter"/>
                <a:cs typeface="Inter"/>
              </a:defRPr>
            </a:lvl8pPr>
            <a:lvl9pPr>
              <a:defRPr sz="2025" b="0">
                <a:solidFill>
                  <a:srgbClr val="CDD2DD"/>
                </a:solidFill>
                <a:latin typeface="Inter"/>
                <a:ea typeface="Inter"/>
                <a:cs typeface="Inter"/>
              </a:defRPr>
            </a:lvl9pPr>
          </a:lstStyle>
          <a:p xmlns:a="http://schemas.openxmlformats.org/drawingml/2006/main">
            <a:pPr>
              <a:defRPr sz="2025" b="0">
                <a:solidFill>
                  <a:srgbClr val="CDD2DD"/>
                </a:solidFill>
                <a:latin typeface="Inter"/>
                <a:ea typeface="Inter"/>
                <a:cs typeface="Inter"/>
              </a:defRPr>
            </a:pPr>
            <a:r>
              <a:rPr sz="2025" b="0">
                <a:solidFill>
                  <a:srgbClr val="CDD2DD"/>
                </a:solidFill>
                <a:latin typeface="Inter"/>
                <a:ea typeface="Inter"/>
                <a:cs typeface="Inter"/>
              </a:rPr>
              <a:t>Выбор остановки · начало маршрута</a:t>
            </a:r>
          </a:p>
          <a:p xmlns:a="http://schemas.openxmlformats.org/drawingml/2006/main">
            <a:pPr>
              <a:defRPr sz="2025" b="0">
                <a:solidFill>
                  <a:srgbClr val="CDD2DD"/>
                </a:solidFill>
                <a:latin typeface="Inter"/>
                <a:ea typeface="Inter"/>
                <a:cs typeface="Inter"/>
              </a:defRPr>
            </a:pPr>
            <a:r>
              <a:rPr sz="2025" b="0">
                <a:solidFill>
                  <a:srgbClr val="CDD2DD"/>
                </a:solidFill>
                <a:latin typeface="Inter"/>
                <a:ea typeface="Inter"/>
                <a:cs typeface="Inter"/>
              </a:rPr>
              <a:t>Оценка полезности · повторное использование</a:t>
            </a:r>
          </a:p>
        </p:txBody>
      </p:sp>
      <p:sp>
        <p:nvSpPr>
          <p:cNvPr id="5" name="Измерять нарушения ограничений, свежесть данных&#10;и стоимость ">
            <a:extLst xmlns:a="http://schemas.openxmlformats.org/drawingml/2006/main">
              <a:ext uri="{FF2B5EF4-FFF2-40B4-BE49-F238E27FC236}">
                <a16:creationId xmlns:a16="http://schemas.microsoft.com/office/drawing/2014/main" id="{7B57DA67-8F24-41D5-A622-147E2F12A9B9}"/>
              </a:ext>
            </a:extLst>
          </p:cNvPr>
          <p:cNvSpPr>
            <a:spLocks xmlns:a="http://schemas.openxmlformats.org/drawingml/2006/main" noGrp="1"/>
          </p:cNvSpPr>
          <p:nvPr/>
        </p:nvSpPr>
        <p:spPr>
          <a:xfrm xmlns:a="http://schemas.openxmlformats.org/drawingml/2006/main">
            <a:off x="657225" y="5676900"/>
            <a:ext cx="1071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DD2DD"/>
                </a:solidFill>
                <a:latin typeface="Inter"/>
                <a:ea typeface="Inter"/>
                <a:cs typeface="Inter"/>
              </a:defRPr>
            </a:defPPr>
            <a:lvl1pPr>
              <a:defRPr sz="2250" b="0">
                <a:solidFill>
                  <a:srgbClr val="CDD2DD"/>
                </a:solidFill>
                <a:latin typeface="Inter"/>
                <a:ea typeface="Inter"/>
                <a:cs typeface="Inter"/>
              </a:defRPr>
            </a:lvl1pPr>
            <a:lvl2pPr>
              <a:defRPr sz="2250" b="0">
                <a:solidFill>
                  <a:srgbClr val="CDD2DD"/>
                </a:solidFill>
                <a:latin typeface="Inter"/>
                <a:ea typeface="Inter"/>
                <a:cs typeface="Inter"/>
              </a:defRPr>
            </a:lvl2pPr>
            <a:lvl3pPr>
              <a:defRPr sz="2250" b="0">
                <a:solidFill>
                  <a:srgbClr val="CDD2DD"/>
                </a:solidFill>
                <a:latin typeface="Inter"/>
                <a:ea typeface="Inter"/>
                <a:cs typeface="Inter"/>
              </a:defRPr>
            </a:lvl3pPr>
            <a:lvl4pPr>
              <a:defRPr sz="2250" b="0">
                <a:solidFill>
                  <a:srgbClr val="CDD2DD"/>
                </a:solidFill>
                <a:latin typeface="Inter"/>
                <a:ea typeface="Inter"/>
                <a:cs typeface="Inter"/>
              </a:defRPr>
            </a:lvl4pPr>
            <a:lvl5pPr>
              <a:defRPr sz="2250" b="0">
                <a:solidFill>
                  <a:srgbClr val="CDD2DD"/>
                </a:solidFill>
                <a:latin typeface="Inter"/>
                <a:ea typeface="Inter"/>
                <a:cs typeface="Inter"/>
              </a:defRPr>
            </a:lvl5pPr>
            <a:lvl6pPr>
              <a:defRPr sz="2250" b="0">
                <a:solidFill>
                  <a:srgbClr val="CDD2DD"/>
                </a:solidFill>
                <a:latin typeface="Inter"/>
                <a:ea typeface="Inter"/>
                <a:cs typeface="Inter"/>
              </a:defRPr>
            </a:lvl6pPr>
            <a:lvl7pPr>
              <a:defRPr sz="2250" b="0">
                <a:solidFill>
                  <a:srgbClr val="CDD2DD"/>
                </a:solidFill>
                <a:latin typeface="Inter"/>
                <a:ea typeface="Inter"/>
                <a:cs typeface="Inter"/>
              </a:defRPr>
            </a:lvl7pPr>
            <a:lvl8pPr>
              <a:defRPr sz="2250" b="0">
                <a:solidFill>
                  <a:srgbClr val="CDD2DD"/>
                </a:solidFill>
                <a:latin typeface="Inter"/>
                <a:ea typeface="Inter"/>
                <a:cs typeface="Inter"/>
              </a:defRPr>
            </a:lvl8pPr>
            <a:lvl9pPr>
              <a:defRPr sz="2250" b="0">
                <a:solidFill>
                  <a:srgbClr val="CDD2DD"/>
                </a:solidFill>
                <a:latin typeface="Inter"/>
                <a:ea typeface="Inter"/>
                <a:cs typeface="Inter"/>
              </a:defRPr>
            </a:lvl9pPr>
          </a:lstStyle>
          <a:p xmlns:a="http://schemas.openxmlformats.org/drawingml/2006/main">
            <a:pPr>
              <a:defRPr sz="2250" b="0">
                <a:solidFill>
                  <a:srgbClr val="CDD2DD"/>
                </a:solidFill>
                <a:latin typeface="Inter"/>
                <a:ea typeface="Inter"/>
                <a:cs typeface="Inter"/>
              </a:defRPr>
            </a:pPr>
            <a:r>
              <a:rPr sz="2250" b="0">
                <a:solidFill>
                  <a:srgbClr val="CDD2DD"/>
                </a:solidFill>
                <a:latin typeface="Inter"/>
                <a:ea typeface="Inter"/>
                <a:cs typeface="Inter"/>
              </a:rPr>
              <a:t>Измерять нарушения ограничений, свежесть данных</a:t>
            </a:r>
          </a:p>
          <a:p xmlns:a="http://schemas.openxmlformats.org/drawingml/2006/main">
            <a:pPr>
              <a:defRPr sz="2250" b="0">
                <a:solidFill>
                  <a:srgbClr val="CDD2DD"/>
                </a:solidFill>
                <a:latin typeface="Inter"/>
                <a:ea typeface="Inter"/>
                <a:cs typeface="Inter"/>
              </a:defRPr>
            </a:pPr>
            <a:r>
              <a:rPr sz="2250" b="0">
                <a:solidFill>
                  <a:srgbClr val="CDD2DD"/>
                </a:solidFill>
                <a:latin typeface="Inter"/>
                <a:ea typeface="Inter"/>
                <a:cs typeface="Inter"/>
              </a:rPr>
              <a:t>и стоимость завершённого плана</a:t>
            </a:r>
          </a:p>
        </p:txBody>
      </p:sp>
    </p:spTree>
    <p:extLst>
      <p:ext uri="{BB962C8B-B14F-4D97-AF65-F5344CB8AC3E}">
        <p14:creationId xmlns:p14="http://schemas.microsoft.com/office/powerpoint/2010/main" val="11777015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2026-10-20T18:39:28.4360000Z</dcterms:created>
  <dcterms:modified xsi:type="dcterms:W3CDTF">2026-10-20T18:39:28.4360000Z</dcterms:modified>
</coreProperties>
</file>